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8" r:id="rId4"/>
  </p:sldMasterIdLst>
  <p:notesMasterIdLst>
    <p:notesMasterId r:id="rId12"/>
  </p:notesMasterIdLst>
  <p:sldIdLst>
    <p:sldId id="261" r:id="rId5"/>
    <p:sldId id="262" r:id="rId6"/>
    <p:sldId id="263" r:id="rId7"/>
    <p:sldId id="264" r:id="rId8"/>
    <p:sldId id="265" r:id="rId9"/>
    <p:sldId id="266" r:id="rId10"/>
    <p:sldId id="26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8097C9-D6E4-4764-95B4-A94518238DCF}" v="1083" dt="2026-09-03T10:16:14.502"/>
    <p1510:client id="{E3610C62-BD17-481E-837A-02D27D01B04E}" v="23" dt="2026-09-03T11:39:17.638"/>
  </p1510:revLst>
</p1510:revInfo>
</file>

<file path=ppt/tableStyles.xml><?xml version="1.0" encoding="utf-8"?>
<a:tblStyleLst xmlns:a="http://schemas.openxmlformats.org/drawingml/2006/main" def="{5940675A-B579-460E-94D1-54222C63F5DA}"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-715" y="-5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87EF1B-3089-4752-BFCD-CDC3014626A0}" type="datetimeFigureOut">
              <a:rPr lang="en-US" smtClean="0"/>
              <a:t>9/3/2026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9F3FAF-CC6A-478D-BF6B-BD1EE87BC1B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12183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DEC014E-32E8-BC91-190E-85B3C74C9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8" y="964075"/>
            <a:ext cx="4654297" cy="3739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0" y="4822842"/>
            <a:ext cx="4206240" cy="1380744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2603722-CE80-C718-39E9-BB79F1F68C3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84C280F-E753-FE97-A722-F86168AC97B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41248" y="964074"/>
            <a:ext cx="5403280" cy="5258929"/>
          </a:xfrm>
          <a:custGeom>
            <a:avLst/>
            <a:gdLst>
              <a:gd name="connsiteX0" fmla="*/ 2701640 w 5403280"/>
              <a:gd name="connsiteY0" fmla="*/ 0 h 5258929"/>
              <a:gd name="connsiteX1" fmla="*/ 5403280 w 5403280"/>
              <a:gd name="connsiteY1" fmla="*/ 2701640 h 5258929"/>
              <a:gd name="connsiteX2" fmla="*/ 5403280 w 5403280"/>
              <a:gd name="connsiteY2" fmla="*/ 5258929 h 5258929"/>
              <a:gd name="connsiteX3" fmla="*/ 0 w 5403280"/>
              <a:gd name="connsiteY3" fmla="*/ 5258929 h 5258929"/>
              <a:gd name="connsiteX4" fmla="*/ 0 w 5403280"/>
              <a:gd name="connsiteY4" fmla="*/ 2701640 h 5258929"/>
              <a:gd name="connsiteX5" fmla="*/ 2701640 w 5403280"/>
              <a:gd name="connsiteY5" fmla="*/ 0 h 5258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3280" h="5258929">
                <a:moveTo>
                  <a:pt x="2701640" y="0"/>
                </a:moveTo>
                <a:cubicBezTo>
                  <a:pt x="4193715" y="0"/>
                  <a:pt x="5403280" y="1209565"/>
                  <a:pt x="5403280" y="2701640"/>
                </a:cubicBezTo>
                <a:lnTo>
                  <a:pt x="5403280" y="5258929"/>
                </a:lnTo>
                <a:lnTo>
                  <a:pt x="0" y="5258929"/>
                </a:lnTo>
                <a:lnTo>
                  <a:pt x="0" y="2701640"/>
                </a:lnTo>
                <a:cubicBezTo>
                  <a:pt x="0" y="1209565"/>
                  <a:pt x="1209565" y="0"/>
                  <a:pt x="2701640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noFill/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17A08-C834-F239-A3DF-2D1295F0AE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E80C6A5-61FE-078D-49D9-31BD1294014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DE90F28-AFBB-4AB2-AA79-6D3F72ED131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42845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E6C4595-90D4-94E6-CEBA-82807457D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658679"/>
            <a:ext cx="10780776" cy="49250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EE6A364-A39C-470E-B89A-9BD899585684}" type="datetime1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9714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5218032"/>
            <a:ext cx="10972800" cy="78638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5972629"/>
            <a:ext cx="10972800" cy="480373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986425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88BD73-E6AB-68A9-F41B-313E0C44777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396119" y="5787191"/>
            <a:ext cx="1503444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AA6162-61A3-2C41-311C-F407FC4B4DA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t>9/3/2026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DABF624-39B6-C7A2-98E7-26593626B4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4" y="498994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6B102F-64E7-9387-1F8F-DB4AC825773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37050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5C3D1438-E7DE-BCF4-D0DD-97184D8B7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9930" y="640097"/>
            <a:ext cx="4362148" cy="347472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E9EB830E-59F9-793F-E2E7-110D033D7F8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909929" y="4818889"/>
            <a:ext cx="4206701" cy="1188720"/>
          </a:xfrm>
        </p:spPr>
        <p:txBody>
          <a:bodyPr anchor="t">
            <a:normAutofit/>
          </a:bodyPr>
          <a:lstStyle>
            <a:lvl1pPr algn="l">
              <a:defRPr sz="20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C9C23E6-AA65-EED1-FC7F-E4138D9D0DF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5060950" cy="6858000"/>
          </a:xfrm>
          <a:blipFill dpi="0" rotWithShape="1"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 dirty="0"/>
              <a:t> 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3DCC7EC-EB64-3FA5-9B9F-4B65F8B353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060487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5721EA9-D34D-C406-42C9-D1C3DC0550EB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8A451BA-6597-98CC-3A5A-099DB05385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 flipH="1">
            <a:off x="10292565" y="1592957"/>
            <a:ext cx="2973522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D98AED2-58CC-D8F4-37CF-06D4C6AE089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0064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A23BF3C-9B75-66EF-8F1A-8B9738170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3764"/>
            <a:ext cx="4654296" cy="3739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1B44AFE9-43F1-4797-1ECE-FD5190E5805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38201" y="4732531"/>
            <a:ext cx="4206240" cy="1380743"/>
          </a:xfrm>
        </p:spPr>
        <p:txBody>
          <a:bodyPr anchor="t">
            <a:normAutofit/>
          </a:bodyPr>
          <a:lstStyle>
            <a:lvl1pPr algn="l">
              <a:defRPr sz="20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2603722-CE80-C718-39E9-BB79F1F68C3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84C280F-E753-FE97-A722-F86168AC97B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47472" y="854346"/>
            <a:ext cx="5403280" cy="5258929"/>
          </a:xfrm>
          <a:custGeom>
            <a:avLst/>
            <a:gdLst>
              <a:gd name="connsiteX0" fmla="*/ 2701640 w 5403280"/>
              <a:gd name="connsiteY0" fmla="*/ 0 h 5258929"/>
              <a:gd name="connsiteX1" fmla="*/ 5403280 w 5403280"/>
              <a:gd name="connsiteY1" fmla="*/ 2701640 h 5258929"/>
              <a:gd name="connsiteX2" fmla="*/ 5403280 w 5403280"/>
              <a:gd name="connsiteY2" fmla="*/ 5258929 h 5258929"/>
              <a:gd name="connsiteX3" fmla="*/ 0 w 5403280"/>
              <a:gd name="connsiteY3" fmla="*/ 5258929 h 5258929"/>
              <a:gd name="connsiteX4" fmla="*/ 0 w 5403280"/>
              <a:gd name="connsiteY4" fmla="*/ 2701640 h 5258929"/>
              <a:gd name="connsiteX5" fmla="*/ 2701640 w 5403280"/>
              <a:gd name="connsiteY5" fmla="*/ 0 h 5258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3280" h="5258929">
                <a:moveTo>
                  <a:pt x="2701640" y="0"/>
                </a:moveTo>
                <a:cubicBezTo>
                  <a:pt x="4193715" y="0"/>
                  <a:pt x="5403280" y="1209565"/>
                  <a:pt x="5403280" y="2701640"/>
                </a:cubicBezTo>
                <a:lnTo>
                  <a:pt x="5403280" y="5258929"/>
                </a:lnTo>
                <a:lnTo>
                  <a:pt x="0" y="5258929"/>
                </a:lnTo>
                <a:lnTo>
                  <a:pt x="0" y="2701640"/>
                </a:lnTo>
                <a:cubicBezTo>
                  <a:pt x="0" y="1209565"/>
                  <a:pt x="1209565" y="0"/>
                  <a:pt x="2701640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3A58B4-E2D1-FBC8-004D-0E9EEBBE13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E80C6A5-61FE-078D-49D9-31BD1294014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DE90F28-AFBB-4AB2-AA79-6D3F72ED131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63444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51CC58D-28EC-93AD-7E10-1DA3DC632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9536"/>
            <a:ext cx="7478991" cy="3635797"/>
          </a:xfrm>
        </p:spPr>
        <p:txBody>
          <a:bodyPr anchor="t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E0B119D-A456-DE33-9525-49696D3FE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5143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FFB480A-CB2C-F6F3-1181-7B482DE48A1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93339" y="5225354"/>
            <a:ext cx="6669986" cy="1545336"/>
          </a:xfrm>
        </p:spPr>
        <p:txBody>
          <a:bodyPr anchor="ctr">
            <a:normAutofit/>
          </a:bodyPr>
          <a:lstStyle>
            <a:lvl1pPr algn="r">
              <a:defRPr sz="20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416322-573D-C8CC-7277-1611B4285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9C7DE3-77E6-7F1C-2D66-87946BDD6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9072A-E9FB-537C-7C31-2FB111D3C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83680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E84C31D-CC85-27E5-FD9F-627C926D5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78608"/>
            <a:ext cx="7879335" cy="3592629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10B934F-7AD0-6CA4-BC4D-9CC30854B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4" y="1714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F6486-38AE-54F6-E2F3-8B944C3F1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41BD916-71AE-106E-105D-01655950FC4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87800" y="368300"/>
            <a:ext cx="7375525" cy="1014413"/>
          </a:xfrm>
        </p:spPr>
        <p:txBody>
          <a:bodyPr anchor="ctr">
            <a:normAutofit/>
          </a:bodyPr>
          <a:lstStyle>
            <a:lvl1pPr algn="r">
              <a:defRPr sz="20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D0054-227E-4953-9BB1-7141F9024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2E0F1-15E9-E241-9959-A6D46B69E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39923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5">
            <a:extLst>
              <a:ext uri="{FF2B5EF4-FFF2-40B4-BE49-F238E27FC236}">
                <a16:creationId xmlns:a16="http://schemas.microsoft.com/office/drawing/2014/main" id="{373F4DFA-EB1C-0802-6DB6-F68036779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3057205" y="-1430380"/>
            <a:ext cx="6077590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2787213"/>
            <a:ext cx="8229600" cy="2621154"/>
          </a:xfrm>
        </p:spPr>
        <p:txBody>
          <a:bodyPr anchor="b">
            <a:normAutofit/>
          </a:bodyPr>
          <a:lstStyle>
            <a:lvl1pPr algn="ctr"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5443909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659C8A-FEAD-0E21-E6D3-D37128750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DF62FB-03E9-93F2-7A34-F233AFA3A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E9323-6CD7-F266-CF02-4659EBD32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96010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842852-3CDE-22AD-D5F0-AAF8279A0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9536"/>
            <a:ext cx="9546336" cy="3675885"/>
          </a:xfrm>
        </p:spPr>
        <p:txBody>
          <a:bodyPr anchor="t">
            <a:norm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EE2A7A0-B9EE-41A8-8016-28E5803F20B2}" type="datetime1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4D523C5-E38D-F0DE-48C0-B6B8404B6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4" y="5143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77392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C4EF7E11-76D4-64FA-465B-165405450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947" y="1296083"/>
            <a:ext cx="4353325" cy="4265835"/>
          </a:xfrm>
          <a:custGeom>
            <a:avLst/>
            <a:gdLst>
              <a:gd name="connsiteX0" fmla="*/ 2176663 w 4353325"/>
              <a:gd name="connsiteY0" fmla="*/ 0 h 4265835"/>
              <a:gd name="connsiteX1" fmla="*/ 4353325 w 4353325"/>
              <a:gd name="connsiteY1" fmla="*/ 2176662 h 4265835"/>
              <a:gd name="connsiteX2" fmla="*/ 4353325 w 4353325"/>
              <a:gd name="connsiteY2" fmla="*/ 2712923 h 4265835"/>
              <a:gd name="connsiteX3" fmla="*/ 4353325 w 4353325"/>
              <a:gd name="connsiteY3" fmla="*/ 3733873 h 4265835"/>
              <a:gd name="connsiteX4" fmla="*/ 4353325 w 4353325"/>
              <a:gd name="connsiteY4" fmla="*/ 4265835 h 4265835"/>
              <a:gd name="connsiteX5" fmla="*/ 0 w 4353325"/>
              <a:gd name="connsiteY5" fmla="*/ 4265835 h 4265835"/>
              <a:gd name="connsiteX6" fmla="*/ 0 w 4353325"/>
              <a:gd name="connsiteY6" fmla="*/ 3733873 h 4265835"/>
              <a:gd name="connsiteX7" fmla="*/ 0 w 4353325"/>
              <a:gd name="connsiteY7" fmla="*/ 2712923 h 4265835"/>
              <a:gd name="connsiteX8" fmla="*/ 0 w 4353325"/>
              <a:gd name="connsiteY8" fmla="*/ 2176662 h 4265835"/>
              <a:gd name="connsiteX9" fmla="*/ 2176663 w 4353325"/>
              <a:gd name="connsiteY9" fmla="*/ 0 h 426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53325" h="4265835">
                <a:moveTo>
                  <a:pt x="2176663" y="0"/>
                </a:moveTo>
                <a:cubicBezTo>
                  <a:pt x="3378800" y="0"/>
                  <a:pt x="4353325" y="974525"/>
                  <a:pt x="4353325" y="2176662"/>
                </a:cubicBezTo>
                <a:lnTo>
                  <a:pt x="4353325" y="2712923"/>
                </a:lnTo>
                <a:lnTo>
                  <a:pt x="4353325" y="3733873"/>
                </a:lnTo>
                <a:lnTo>
                  <a:pt x="4353325" y="4265835"/>
                </a:lnTo>
                <a:lnTo>
                  <a:pt x="0" y="4265835"/>
                </a:lnTo>
                <a:lnTo>
                  <a:pt x="0" y="3733873"/>
                </a:lnTo>
                <a:lnTo>
                  <a:pt x="0" y="2712923"/>
                </a:lnTo>
                <a:lnTo>
                  <a:pt x="0" y="2176662"/>
                </a:lnTo>
                <a:cubicBezTo>
                  <a:pt x="0" y="974525"/>
                  <a:pt x="974525" y="0"/>
                  <a:pt x="2176663" y="0"/>
                </a:cubicBezTo>
                <a:close/>
              </a:path>
            </a:pathLst>
          </a:custGeom>
          <a:ln w="6350">
            <a:solidFill>
              <a:schemeClr val="tx1"/>
            </a:solidFill>
          </a:ln>
        </p:spPr>
        <p:txBody>
          <a:bodyPr wrap="square" lIns="182880" tIns="914400" rIns="182880" anchor="ctr" anchorCtr="0">
            <a:no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35056" y="1296083"/>
            <a:ext cx="4325112" cy="4265835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53D6F41-6645-4089-A6BB-7B692A44A4CC}" type="datetime1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17818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3192" y="921782"/>
            <a:ext cx="8012703" cy="1463040"/>
          </a:xfrm>
        </p:spPr>
        <p:txBody>
          <a:bodyPr anchor="b">
            <a:noAutofit/>
          </a:bodyPr>
          <a:lstStyle>
            <a:lvl1pPr algn="l"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23192" y="2533094"/>
            <a:ext cx="8012694" cy="3689909"/>
          </a:xfrm>
        </p:spPr>
        <p:txBody>
          <a:bodyPr anchor="t" anchorCtr="0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 algn="l">
              <a:defRPr sz="1600">
                <a:solidFill>
                  <a:schemeClr val="tx1"/>
                </a:solidFill>
              </a:defRPr>
            </a:lvl2pPr>
            <a:lvl3pPr algn="l">
              <a:defRPr sz="1400">
                <a:solidFill>
                  <a:schemeClr val="tx1"/>
                </a:solidFill>
              </a:defRPr>
            </a:lvl3pPr>
            <a:lvl4pPr algn="l">
              <a:defRPr sz="1200">
                <a:solidFill>
                  <a:schemeClr val="tx1"/>
                </a:solidFill>
              </a:defRPr>
            </a:lvl4pPr>
            <a:lvl5pPr algn="l"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A60B404-9532-4DA8-8A40-EC339A5BE635}" type="datetime1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899D92D-13BB-E0E1-DD69-482838D537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668807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42828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C4E9710-FA87-30E3-20CB-80AEB3E8C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0880" y="365760"/>
            <a:ext cx="9292920" cy="111681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D0E17293-F2D5-8A51-CB65-CFF77173106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066409" y="1986161"/>
            <a:ext cx="9284368" cy="4236841"/>
          </a:xfrm>
        </p:spPr>
        <p:txBody>
          <a:bodyPr/>
          <a:lstStyle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9247CA6-BC1D-429A-A289-4E939E49554A}" type="datetime1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C7AD265-7A5D-626D-3F70-B7BA0D0172D9}"/>
              </a:ext>
            </a:extLst>
          </p:cNvPr>
          <p:cNvCxnSpPr>
            <a:cxnSpLocks/>
          </p:cNvCxnSpPr>
          <p:nvPr userDrawn="1"/>
        </p:nvCxnSpPr>
        <p:spPr>
          <a:xfrm flipV="1">
            <a:off x="137160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87140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05B5E-C545-4763-BA47-4C2C0FCA5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704" y="4608576"/>
            <a:ext cx="4169664" cy="1609344"/>
          </a:xfrm>
        </p:spPr>
        <p:txBody>
          <a:bodyPr anchor="t" anchorCtr="0">
            <a:no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D23AA-8F22-4B09-8FAA-CD16E5D66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E5AAB3D-814D-597A-6ADE-F522A8116DCD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1257301" y="1097280"/>
            <a:ext cx="3776470" cy="3168100"/>
          </a:xfrm>
          <a:custGeom>
            <a:avLst/>
            <a:gdLst>
              <a:gd name="connsiteX0" fmla="*/ 1888235 w 3776470"/>
              <a:gd name="connsiteY0" fmla="*/ 0 h 3168100"/>
              <a:gd name="connsiteX1" fmla="*/ 3776470 w 3776470"/>
              <a:gd name="connsiteY1" fmla="*/ 1888235 h 3168100"/>
              <a:gd name="connsiteX2" fmla="*/ 3776470 w 3776470"/>
              <a:gd name="connsiteY2" fmla="*/ 3168100 h 3168100"/>
              <a:gd name="connsiteX3" fmla="*/ 0 w 3776470"/>
              <a:gd name="connsiteY3" fmla="*/ 3168100 h 3168100"/>
              <a:gd name="connsiteX4" fmla="*/ 0 w 3776470"/>
              <a:gd name="connsiteY4" fmla="*/ 1888235 h 3168100"/>
              <a:gd name="connsiteX5" fmla="*/ 1888235 w 3776470"/>
              <a:gd name="connsiteY5" fmla="*/ 0 h 316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76470" h="3168100">
                <a:moveTo>
                  <a:pt x="1888235" y="0"/>
                </a:moveTo>
                <a:cubicBezTo>
                  <a:pt x="2931078" y="0"/>
                  <a:pt x="3776470" y="845392"/>
                  <a:pt x="3776470" y="1888235"/>
                </a:cubicBezTo>
                <a:lnTo>
                  <a:pt x="3776470" y="3168100"/>
                </a:lnTo>
                <a:lnTo>
                  <a:pt x="0" y="3168100"/>
                </a:lnTo>
                <a:lnTo>
                  <a:pt x="0" y="1888235"/>
                </a:lnTo>
                <a:cubicBezTo>
                  <a:pt x="0" y="845392"/>
                  <a:pt x="845392" y="0"/>
                  <a:pt x="1888235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263F8-8E34-4910-BF7A-F1C5A9968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1464" y="841248"/>
            <a:ext cx="4215384" cy="5330952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  <a:lvl2pPr algn="ctr">
              <a:defRPr>
                <a:solidFill>
                  <a:schemeClr val="tx1"/>
                </a:solidFill>
              </a:defRPr>
            </a:lvl2pPr>
            <a:lvl3pPr algn="ctr">
              <a:defRPr>
                <a:solidFill>
                  <a:schemeClr val="tx1"/>
                </a:solidFill>
              </a:defRPr>
            </a:lvl3pPr>
            <a:lvl4pPr algn="ctr">
              <a:defRPr>
                <a:solidFill>
                  <a:schemeClr val="tx1"/>
                </a:solidFill>
              </a:defRPr>
            </a:lvl4pPr>
            <a:lvl5pPr algn="ctr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E74E5-D20D-4AB7-8D98-F336CE0EC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5E16723-2C2F-40DB-89B2-A94AAE77E75C}" type="datetime1">
              <a:rPr lang="en-US" smtClean="0"/>
              <a:pPr/>
              <a:t>9/3/2026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8A028-A0C8-45E7-915E-B83FF59C9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CD2C868-CE73-A5B1-1389-62A23B14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9708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49446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11681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3196D68-1BE9-332F-CE83-CA191A09639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2395538"/>
            <a:ext cx="10515600" cy="4097337"/>
          </a:xfrm>
        </p:spPr>
        <p:txBody>
          <a:bodyPr/>
          <a:lstStyle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90E4242-8CA0-457D-B3B1-7D78B4164321}" type="datetime1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486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C4EF7E11-76D4-64FA-465B-165405450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947" y="1296083"/>
            <a:ext cx="4353325" cy="4265835"/>
          </a:xfrm>
          <a:custGeom>
            <a:avLst/>
            <a:gdLst>
              <a:gd name="connsiteX0" fmla="*/ 2176663 w 4353325"/>
              <a:gd name="connsiteY0" fmla="*/ 0 h 4265835"/>
              <a:gd name="connsiteX1" fmla="*/ 4353325 w 4353325"/>
              <a:gd name="connsiteY1" fmla="*/ 2176662 h 4265835"/>
              <a:gd name="connsiteX2" fmla="*/ 4353325 w 4353325"/>
              <a:gd name="connsiteY2" fmla="*/ 2712923 h 4265835"/>
              <a:gd name="connsiteX3" fmla="*/ 4353325 w 4353325"/>
              <a:gd name="connsiteY3" fmla="*/ 3733873 h 4265835"/>
              <a:gd name="connsiteX4" fmla="*/ 4353325 w 4353325"/>
              <a:gd name="connsiteY4" fmla="*/ 4265835 h 4265835"/>
              <a:gd name="connsiteX5" fmla="*/ 0 w 4353325"/>
              <a:gd name="connsiteY5" fmla="*/ 4265835 h 4265835"/>
              <a:gd name="connsiteX6" fmla="*/ 0 w 4353325"/>
              <a:gd name="connsiteY6" fmla="*/ 3733873 h 4265835"/>
              <a:gd name="connsiteX7" fmla="*/ 0 w 4353325"/>
              <a:gd name="connsiteY7" fmla="*/ 2712923 h 4265835"/>
              <a:gd name="connsiteX8" fmla="*/ 0 w 4353325"/>
              <a:gd name="connsiteY8" fmla="*/ 2176662 h 4265835"/>
              <a:gd name="connsiteX9" fmla="*/ 2176663 w 4353325"/>
              <a:gd name="connsiteY9" fmla="*/ 0 h 426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53325" h="4265835">
                <a:moveTo>
                  <a:pt x="2176663" y="0"/>
                </a:moveTo>
                <a:cubicBezTo>
                  <a:pt x="3378800" y="0"/>
                  <a:pt x="4353325" y="974525"/>
                  <a:pt x="4353325" y="2176662"/>
                </a:cubicBezTo>
                <a:lnTo>
                  <a:pt x="4353325" y="2712923"/>
                </a:lnTo>
                <a:lnTo>
                  <a:pt x="4353325" y="3733873"/>
                </a:lnTo>
                <a:lnTo>
                  <a:pt x="4353325" y="4265835"/>
                </a:lnTo>
                <a:lnTo>
                  <a:pt x="0" y="4265835"/>
                </a:lnTo>
                <a:lnTo>
                  <a:pt x="0" y="3733873"/>
                </a:lnTo>
                <a:lnTo>
                  <a:pt x="0" y="2712923"/>
                </a:lnTo>
                <a:lnTo>
                  <a:pt x="0" y="2176662"/>
                </a:lnTo>
                <a:cubicBezTo>
                  <a:pt x="0" y="974525"/>
                  <a:pt x="974525" y="0"/>
                  <a:pt x="2176663" y="0"/>
                </a:cubicBezTo>
                <a:close/>
              </a:path>
            </a:pathLst>
          </a:custGeom>
          <a:ln w="6350">
            <a:solidFill>
              <a:schemeClr val="tx1"/>
            </a:solidFill>
          </a:ln>
        </p:spPr>
        <p:txBody>
          <a:bodyPr wrap="square" lIns="182880" tIns="914400" rIns="182880" anchor="ctr" anchorCtr="0">
            <a:no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35056" y="3102182"/>
            <a:ext cx="4325112" cy="2459736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 sz="1400">
                <a:solidFill>
                  <a:schemeClr val="tx1"/>
                </a:solidFill>
              </a:defRPr>
            </a:lvl2pPr>
            <a:lvl3pPr marL="457200" indent="0">
              <a:buNone/>
              <a:defRPr sz="1400">
                <a:solidFill>
                  <a:schemeClr val="tx1"/>
                </a:solidFill>
              </a:defRPr>
            </a:lvl3pPr>
            <a:lvl4pPr marL="685800" indent="0">
              <a:buNone/>
              <a:defRPr sz="1400">
                <a:solidFill>
                  <a:schemeClr val="tx1"/>
                </a:solidFill>
              </a:defRPr>
            </a:lvl4pPr>
            <a:lvl5pPr marL="91440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53D6F41-6645-4089-A6BB-7B692A44A4CC}" type="datetime1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19626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4" y="2615184"/>
            <a:ext cx="3813048" cy="3557016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841248"/>
            <a:ext cx="4956175" cy="355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8B73AF-3955-4569-8B4F-B329360A9CBD}" type="datetime1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F4378AB-83E7-8777-F6CD-8F19BA4FE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5016203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96743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1358617"/>
            <a:ext cx="4145582" cy="4818062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723954" y="841248"/>
            <a:ext cx="5681662" cy="48180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695276D-BBED-48BC-B459-1E9A16CF46CD}" type="datetime1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E04C821-A160-CE80-AFE2-D2549F9F2A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5250118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24378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841248"/>
            <a:ext cx="2999232" cy="5184648"/>
          </a:xfrm>
        </p:spPr>
        <p:txBody>
          <a:bodyPr anchor="t" anchorCtr="0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66926" y="841248"/>
            <a:ext cx="6260154" cy="518464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0ADC593-EA98-4C39-A75F-3F3A9C691019}" type="datetime1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8293A07-68F2-BD10-B738-E87F3F3D8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418221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930995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1152" y="990511"/>
            <a:ext cx="2565593" cy="1858941"/>
          </a:xfrm>
        </p:spPr>
        <p:txBody>
          <a:bodyPr anchor="b"/>
          <a:lstStyle>
            <a:lvl1pPr>
              <a:def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2271" y="3011335"/>
            <a:ext cx="2559977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8BD5A515-9970-0784-7927-52F94C270B4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292564" y="1592958"/>
            <a:ext cx="2973522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8523CCEC-6BB2-B704-95E2-87FED823C5B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FA43F5B-065E-43CE-B3FD-98C48A6F94D7}" type="datetime1">
              <a:rPr lang="en-US" smtClean="0"/>
              <a:pPr/>
              <a:t>9/3/2026</a:t>
            </a:fld>
            <a:endParaRPr lang="en-US"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1208465C-8C77-73BF-D18F-D01907BAC86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12296" y="6356350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0E2A219-E459-07B3-1ED3-CBF7D239B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2057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52335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990511"/>
            <a:ext cx="2724240" cy="1858941"/>
          </a:xfrm>
        </p:spPr>
        <p:txBody>
          <a:bodyPr anchor="b"/>
          <a:lstStyle>
            <a:lvl1pPr>
              <a:def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5">
            <a:extLst>
              <a:ext uri="{FF2B5EF4-FFF2-40B4-BE49-F238E27FC236}">
                <a16:creationId xmlns:a16="http://schemas.microsoft.com/office/drawing/2014/main" id="{8B89DDCA-87DB-0908-C1FE-D16DEF71920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8EBE519D-028D-D854-9791-84D8B687B3A9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16200000" flipH="1">
            <a:off x="-997746" y="4594946"/>
            <a:ext cx="2706690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7FA43F5B-065E-43CE-B3FD-98C48A6F94D7}" type="datetime1">
              <a:rPr lang="en-US" smtClean="0"/>
              <a:pPr/>
              <a:t>9/3/2026</a:t>
            </a:fld>
            <a:endParaRPr lang="en-US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EAF697B0-B4E5-EE0F-75F1-242A9E4FB1F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8569" y="6264201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690" y="3011335"/>
            <a:ext cx="2718277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65677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A233B23-1BCB-72C2-12F6-A6A2A6648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859058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569085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0" y="548640"/>
            <a:ext cx="6093225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793885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03520" y="1828800"/>
            <a:ext cx="6071616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F483F68-3490-71E7-A7DA-DA46BC48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9715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45FA4-0621-D8F1-73D0-046B7F4D771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4C51678-E871-8AD4-08DA-BF7B7013A35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10292565" y="1592957"/>
            <a:ext cx="2973522" cy="365125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CD01CE4-E064-7D2F-7D3A-9DA85E2777F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595448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48640"/>
            <a:ext cx="6135624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828800"/>
            <a:ext cx="6135624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400544" y="0"/>
            <a:ext cx="4791456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C07157-DE89-FE2F-0547-2E4055913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382022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A0C5A-6673-53CC-030B-67BA133D974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2521688-F793-E4F2-732B-EEE6F58B758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DBE29E-7417-B57C-BA94-1DBC14BE461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14456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0" y="320040"/>
            <a:ext cx="6858000" cy="932688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023360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1380744"/>
            <a:ext cx="6858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66BBA9B-B728-DC67-AD0E-8B0CD6B255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01402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CD3AF4A-6CE8-D602-8B43-2DBEE16BF05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767E8268-A223-BA56-F272-53477C7091D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10292565" y="1592957"/>
            <a:ext cx="2973522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4F7843C-45BC-E180-EC40-8C80397FBC9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000173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6858000" cy="932688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6858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C626C00-7A36-46A2-880D-F484910B34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7761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FF6D8B-36A2-DF79-CDB9-885694DCA71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2396A-E38F-CC9C-7303-71F99D08208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B0E4B-031C-4F2A-1993-D824DD71F7D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129675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320" y="584339"/>
            <a:ext cx="4361688" cy="1261714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611509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lang="en-US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32320" y="1979463"/>
            <a:ext cx="4362450" cy="43292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FBFE376-D742-D564-3921-9EE06C25A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616017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BE6B84-4C67-D49C-27F8-C862E16A8FF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8CDB1B9-EC53-82AC-9108-F0D1BBC4391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10292565" y="1592957"/>
            <a:ext cx="2973522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0BD4C5-5651-77FA-20CA-3D813654A9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989734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83413"/>
            <a:ext cx="4361688" cy="1262639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979461"/>
            <a:ext cx="4360863" cy="432926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45480" y="0"/>
            <a:ext cx="6446520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81977D-48BC-F135-96F9-1655E4BEE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73212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EA981C2C-E0DD-29A7-8209-50D66488152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205369F-8CCB-402F-9055-2BF12262B54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3591F2-4BD3-37D0-B00E-B2CD5F47A36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181958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4572000" cy="932688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4572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17720" y="0"/>
            <a:ext cx="6274279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18BEB48-A052-9364-6EF6-F698004CA5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1172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417D8113-ECE6-D6F5-9CA4-C96A535F4799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29A0137-F97A-8194-464D-3B7D4814A8A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3FE5686-63A9-B1A1-5734-F96A9651465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517185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0" y="583413"/>
            <a:ext cx="3566160" cy="1527048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584144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46720" y="2212975"/>
            <a:ext cx="3566160" cy="40957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1F1B67D-ECBB-854F-CC29-CAAA9DB18E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582129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A8E04B-FD21-4A20-D196-257B310FD4B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FB7A9C8-9922-276E-D7E7-BA37C3C590D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10292565" y="1592957"/>
            <a:ext cx="2973522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7BD9853-F841-5935-2E22-F5DA78B1091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620170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2212975"/>
            <a:ext cx="3401568" cy="40957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61780" y="0"/>
            <a:ext cx="7430219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lang="en-US"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88ED8BF-3BC1-C0A7-67E1-8F6CE5DBA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748153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72C41D87-A2F7-832F-EE5D-4A82C0898306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2FFE48E-EFB9-58B7-9159-E1F3B1F35D7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03AB52F-F281-1BB9-9D9F-9FC67E6B879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04144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4635132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485E715F-A05B-F2BC-ABF4-447E9B58E0C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499001" y="5684309"/>
            <a:ext cx="1709209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632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 marL="22860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2pPr>
            <a:lvl3pPr marL="457200" indent="0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3pPr>
            <a:lvl4pPr marL="685800" indent="0"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</a:defRPr>
            </a:lvl4pPr>
            <a:lvl5pPr marL="914400" indent="0">
              <a:buFont typeface="Arial" panose="020B0604020202020204" pitchFamily="34" charset="0"/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1173959" y="5435073"/>
            <a:ext cx="1210734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DC8C146-0A20-4029-98D5-9A42EEDF8B24}" type="datetime1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A2B6090-1D21-5610-7943-4C4F96A6C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463823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564642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4162317"/>
            <a:ext cx="2953618" cy="1892808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77827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405500C-1C2B-4DBE-7BD5-6BEE65AA25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37843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EFC0BAFC-A983-7661-7BE4-9CB4E1AAE80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923978" y="5259333"/>
            <a:ext cx="2559157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40480" y="4162318"/>
            <a:ext cx="7589520" cy="224028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857250" indent="-171450"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4pPr>
            <a:lvl5pPr marL="1085850" indent="-171450">
              <a:buFont typeface="Arial" panose="020B0604020202020204" pitchFamily="34" charset="0"/>
              <a:buChar char="•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273E16F8-613D-6FF2-3AAE-FB4255DC1EF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64EC89D4-F3C3-252D-E57A-D34A76D8BD1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12296" y="6356350"/>
            <a:ext cx="574620" cy="365125"/>
          </a:xfrm>
        </p:spPr>
        <p:txBody>
          <a:bodyPr/>
          <a:lstStyle/>
          <a:p>
            <a:fld id="{2DE90F28-AFBB-4AB2-AA79-6D3F72ED131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971662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813647"/>
            <a:ext cx="2953618" cy="1892808"/>
          </a:xfrm>
        </p:spPr>
        <p:txBody>
          <a:bodyPr anchor="b" anchorCtr="0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C5DDB1-0680-6692-8E8B-F9D50E91526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853249" y="1315045"/>
            <a:ext cx="2417698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66175"/>
            <a:ext cx="7409228" cy="2240280"/>
          </a:xfrm>
        </p:spPr>
        <p:txBody>
          <a:bodyPr anchor="b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857250" indent="-171450"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4pPr>
            <a:lvl5pPr marL="1085850" indent="-171450">
              <a:buFont typeface="Arial" panose="020B0604020202020204" pitchFamily="34" charset="0"/>
              <a:buChar char="•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5DF332-3FBA-2C89-59F5-FA1778C4985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902234" y="1160706"/>
            <a:ext cx="1754184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FA43F5B-065E-43CE-B3FD-98C48A6F94D7}" type="datetime1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9E9CA5-FE3A-8B3B-FD85-EEC977EA262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12296" y="2353708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DE90F28-AFBB-4AB2-AA79-6D3F72ED131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3079730"/>
            <a:ext cx="12192000" cy="377827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8916A20-C6D4-6297-2A89-F60B0B6DA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3071719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137781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5577840"/>
            <a:ext cx="10972802" cy="970463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715F3DA-3DCE-67E6-E94C-48C96A36C98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40080" y="365760"/>
            <a:ext cx="5898743" cy="4425696"/>
          </a:xfrm>
          <a:custGeom>
            <a:avLst/>
            <a:gdLst>
              <a:gd name="connsiteX0" fmla="*/ 2983368 w 6446520"/>
              <a:gd name="connsiteY0" fmla="*/ 0 h 4425696"/>
              <a:gd name="connsiteX1" fmla="*/ 3463152 w 6446520"/>
              <a:gd name="connsiteY1" fmla="*/ 0 h 4425696"/>
              <a:gd name="connsiteX2" fmla="*/ 3552820 w 6446520"/>
              <a:gd name="connsiteY2" fmla="*/ 7008 h 4425696"/>
              <a:gd name="connsiteX3" fmla="*/ 6446520 w 6446520"/>
              <a:gd name="connsiteY3" fmla="*/ 3302772 h 4425696"/>
              <a:gd name="connsiteX4" fmla="*/ 6446520 w 6446520"/>
              <a:gd name="connsiteY4" fmla="*/ 4425696 h 4425696"/>
              <a:gd name="connsiteX5" fmla="*/ 0 w 6446520"/>
              <a:gd name="connsiteY5" fmla="*/ 4425696 h 4425696"/>
              <a:gd name="connsiteX6" fmla="*/ 0 w 6446520"/>
              <a:gd name="connsiteY6" fmla="*/ 3302772 h 4425696"/>
              <a:gd name="connsiteX7" fmla="*/ 2893701 w 6446520"/>
              <a:gd name="connsiteY7" fmla="*/ 7008 h 4425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446520" h="4425696">
                <a:moveTo>
                  <a:pt x="2983368" y="0"/>
                </a:moveTo>
                <a:lnTo>
                  <a:pt x="3463152" y="0"/>
                </a:lnTo>
                <a:lnTo>
                  <a:pt x="3552820" y="7008"/>
                </a:lnTo>
                <a:cubicBezTo>
                  <a:pt x="5178169" y="176660"/>
                  <a:pt x="6446520" y="1587478"/>
                  <a:pt x="6446520" y="3302772"/>
                </a:cubicBezTo>
                <a:lnTo>
                  <a:pt x="6446520" y="4425696"/>
                </a:lnTo>
                <a:lnTo>
                  <a:pt x="0" y="4425696"/>
                </a:lnTo>
                <a:lnTo>
                  <a:pt x="0" y="3302772"/>
                </a:lnTo>
                <a:cubicBezTo>
                  <a:pt x="0" y="1587478"/>
                  <a:pt x="1268352" y="176660"/>
                  <a:pt x="2893701" y="7008"/>
                </a:cubicBezTo>
                <a:close/>
              </a:path>
            </a:pathLst>
          </a:custGeom>
          <a:blipFill dpi="0" rotWithShape="1">
            <a:blip r:embed="rId2">
              <a:alphaModFix amt="71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950303" y="365760"/>
            <a:ext cx="4571137" cy="4428871"/>
          </a:xfrm>
        </p:spPr>
        <p:txBody>
          <a:bodyPr anchor="b" anchorCtr="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766791B-F730-470C-BD5E-FFF8D449589F}" type="datetime1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5EDA098-8E4B-3EB1-646C-4227A32020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21208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268419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882896"/>
            <a:ext cx="3657603" cy="1453896"/>
          </a:xfrm>
        </p:spPr>
        <p:txBody>
          <a:bodyPr anchor="t">
            <a:norm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838F5DE0-1AA8-5320-EBEC-7B2EEF39963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1520" y="548642"/>
            <a:ext cx="3490175" cy="4041647"/>
          </a:xfrm>
          <a:custGeom>
            <a:avLst/>
            <a:gdLst>
              <a:gd name="connsiteX0" fmla="*/ 1745088 w 3490175"/>
              <a:gd name="connsiteY0" fmla="*/ 0 h 4041647"/>
              <a:gd name="connsiteX1" fmla="*/ 3490175 w 3490175"/>
              <a:gd name="connsiteY1" fmla="*/ 1745088 h 4041647"/>
              <a:gd name="connsiteX2" fmla="*/ 3490175 w 3490175"/>
              <a:gd name="connsiteY2" fmla="*/ 3141232 h 4041647"/>
              <a:gd name="connsiteX3" fmla="*/ 3490175 w 3490175"/>
              <a:gd name="connsiteY3" fmla="*/ 3490175 h 4041647"/>
              <a:gd name="connsiteX4" fmla="*/ 3490175 w 3490175"/>
              <a:gd name="connsiteY4" fmla="*/ 4041647 h 4041647"/>
              <a:gd name="connsiteX5" fmla="*/ 0 w 3490175"/>
              <a:gd name="connsiteY5" fmla="*/ 4041647 h 4041647"/>
              <a:gd name="connsiteX6" fmla="*/ 0 w 3490175"/>
              <a:gd name="connsiteY6" fmla="*/ 3490175 h 4041647"/>
              <a:gd name="connsiteX7" fmla="*/ 0 w 3490175"/>
              <a:gd name="connsiteY7" fmla="*/ 3141232 h 4041647"/>
              <a:gd name="connsiteX8" fmla="*/ 0 w 3490175"/>
              <a:gd name="connsiteY8" fmla="*/ 1745088 h 4041647"/>
              <a:gd name="connsiteX9" fmla="*/ 1745088 w 3490175"/>
              <a:gd name="connsiteY9" fmla="*/ 0 h 404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90175" h="4041647">
                <a:moveTo>
                  <a:pt x="1745088" y="0"/>
                </a:moveTo>
                <a:cubicBezTo>
                  <a:pt x="2708873" y="0"/>
                  <a:pt x="3490175" y="781302"/>
                  <a:pt x="3490175" y="1745088"/>
                </a:cubicBezTo>
                <a:lnTo>
                  <a:pt x="3490175" y="3141232"/>
                </a:lnTo>
                <a:lnTo>
                  <a:pt x="3490175" y="3490175"/>
                </a:lnTo>
                <a:lnTo>
                  <a:pt x="3490175" y="4041647"/>
                </a:lnTo>
                <a:lnTo>
                  <a:pt x="0" y="4041647"/>
                </a:lnTo>
                <a:lnTo>
                  <a:pt x="0" y="3490175"/>
                </a:lnTo>
                <a:lnTo>
                  <a:pt x="0" y="3141232"/>
                </a:lnTo>
                <a:lnTo>
                  <a:pt x="0" y="1745088"/>
                </a:lnTo>
                <a:cubicBezTo>
                  <a:pt x="0" y="781302"/>
                  <a:pt x="781302" y="0"/>
                  <a:pt x="1745088" y="0"/>
                </a:cubicBezTo>
                <a:close/>
              </a:path>
            </a:pathLst>
          </a:custGeom>
          <a:blipFill dpi="0" rotWithShape="1">
            <a:blip r:embed="rId2">
              <a:alphaModFix amt="81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37760" y="549275"/>
            <a:ext cx="6561138" cy="57594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73859A7-84EB-4384-87AF-59CC16704CF8}" type="datetime1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19C3A72-7CAE-129F-7490-B687280EF1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646117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013086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F8B008C-A5E8-826A-5F68-E2A4C542B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10780776" cy="932688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838F5DE0-1AA8-5320-EBEC-7B2EEF39963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1520" y="1816163"/>
            <a:ext cx="3920691" cy="4540188"/>
          </a:xfrm>
          <a:custGeom>
            <a:avLst/>
            <a:gdLst>
              <a:gd name="connsiteX0" fmla="*/ 1745088 w 3490175"/>
              <a:gd name="connsiteY0" fmla="*/ 0 h 4041647"/>
              <a:gd name="connsiteX1" fmla="*/ 3490175 w 3490175"/>
              <a:gd name="connsiteY1" fmla="*/ 1745088 h 4041647"/>
              <a:gd name="connsiteX2" fmla="*/ 3490175 w 3490175"/>
              <a:gd name="connsiteY2" fmla="*/ 3141232 h 4041647"/>
              <a:gd name="connsiteX3" fmla="*/ 3490175 w 3490175"/>
              <a:gd name="connsiteY3" fmla="*/ 3490175 h 4041647"/>
              <a:gd name="connsiteX4" fmla="*/ 3490175 w 3490175"/>
              <a:gd name="connsiteY4" fmla="*/ 4041647 h 4041647"/>
              <a:gd name="connsiteX5" fmla="*/ 0 w 3490175"/>
              <a:gd name="connsiteY5" fmla="*/ 4041647 h 4041647"/>
              <a:gd name="connsiteX6" fmla="*/ 0 w 3490175"/>
              <a:gd name="connsiteY6" fmla="*/ 3490175 h 4041647"/>
              <a:gd name="connsiteX7" fmla="*/ 0 w 3490175"/>
              <a:gd name="connsiteY7" fmla="*/ 3141232 h 4041647"/>
              <a:gd name="connsiteX8" fmla="*/ 0 w 3490175"/>
              <a:gd name="connsiteY8" fmla="*/ 1745088 h 4041647"/>
              <a:gd name="connsiteX9" fmla="*/ 1745088 w 3490175"/>
              <a:gd name="connsiteY9" fmla="*/ 0 h 404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90175" h="4041647">
                <a:moveTo>
                  <a:pt x="1745088" y="0"/>
                </a:moveTo>
                <a:cubicBezTo>
                  <a:pt x="2708873" y="0"/>
                  <a:pt x="3490175" y="781302"/>
                  <a:pt x="3490175" y="1745088"/>
                </a:cubicBezTo>
                <a:lnTo>
                  <a:pt x="3490175" y="3141232"/>
                </a:lnTo>
                <a:lnTo>
                  <a:pt x="3490175" y="3490175"/>
                </a:lnTo>
                <a:lnTo>
                  <a:pt x="3490175" y="4041647"/>
                </a:lnTo>
                <a:lnTo>
                  <a:pt x="0" y="4041647"/>
                </a:lnTo>
                <a:lnTo>
                  <a:pt x="0" y="3490175"/>
                </a:lnTo>
                <a:lnTo>
                  <a:pt x="0" y="3141232"/>
                </a:lnTo>
                <a:lnTo>
                  <a:pt x="0" y="1745088"/>
                </a:lnTo>
                <a:cubicBezTo>
                  <a:pt x="0" y="781302"/>
                  <a:pt x="781302" y="0"/>
                  <a:pt x="1745088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49516" y="1812758"/>
            <a:ext cx="6349381" cy="45401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73859A7-84EB-4384-87AF-59CC16704CF8}" type="datetime1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687622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164" y="559341"/>
            <a:ext cx="1075567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3C89FBB9-2C05-A4C1-ECB4-D6A5C4219E4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BBB07A11-50DE-6BC0-0514-6E2C14A4798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16200000" flipH="1">
            <a:off x="-997746" y="4594946"/>
            <a:ext cx="2706690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7FA43F5B-065E-43CE-B3FD-98C48A6F94D7}" type="datetime1">
              <a:rPr lang="en-US" smtClean="0"/>
              <a:pPr/>
              <a:t>9/3/2026</a:t>
            </a:fld>
            <a:endParaRPr lang="en-US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03ED5F49-F9F7-05A9-62AC-C9C8DF2EADE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8569" y="6264201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1200" y="1713652"/>
            <a:ext cx="4387012" cy="46129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7" y="1713653"/>
            <a:ext cx="6533071" cy="5144347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dirty="0"/>
            </a:lvl1pPr>
          </a:lstStyle>
          <a:p>
            <a:pPr marL="285750" lvl="0" indent="-285750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1492776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with Pictur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164" y="559341"/>
            <a:ext cx="10864236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E4C77EC0-4873-6982-138B-77EBB60FCE2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2148" y="1676967"/>
            <a:ext cx="4304208" cy="42076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Picture Placeholder 9">
            <a:extLst>
              <a:ext uri="{FF2B5EF4-FFF2-40B4-BE49-F238E27FC236}">
                <a16:creationId xmlns:a16="http://schemas.microsoft.com/office/drawing/2014/main" id="{9EA9F84E-FFD2-9D14-4000-EB54F506514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483476" y="1694325"/>
            <a:ext cx="5990360" cy="4207696"/>
          </a:xfrm>
          <a:custGeom>
            <a:avLst/>
            <a:gdLst>
              <a:gd name="connsiteX0" fmla="*/ 2983368 w 6446520"/>
              <a:gd name="connsiteY0" fmla="*/ 0 h 4425696"/>
              <a:gd name="connsiteX1" fmla="*/ 3463152 w 6446520"/>
              <a:gd name="connsiteY1" fmla="*/ 0 h 4425696"/>
              <a:gd name="connsiteX2" fmla="*/ 3552820 w 6446520"/>
              <a:gd name="connsiteY2" fmla="*/ 7008 h 4425696"/>
              <a:gd name="connsiteX3" fmla="*/ 6446520 w 6446520"/>
              <a:gd name="connsiteY3" fmla="*/ 3302772 h 4425696"/>
              <a:gd name="connsiteX4" fmla="*/ 6446520 w 6446520"/>
              <a:gd name="connsiteY4" fmla="*/ 4425696 h 4425696"/>
              <a:gd name="connsiteX5" fmla="*/ 0 w 6446520"/>
              <a:gd name="connsiteY5" fmla="*/ 4425696 h 4425696"/>
              <a:gd name="connsiteX6" fmla="*/ 0 w 6446520"/>
              <a:gd name="connsiteY6" fmla="*/ 3302772 h 4425696"/>
              <a:gd name="connsiteX7" fmla="*/ 2893701 w 6446520"/>
              <a:gd name="connsiteY7" fmla="*/ 7008 h 4425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446520" h="4425696">
                <a:moveTo>
                  <a:pt x="2983368" y="0"/>
                </a:moveTo>
                <a:lnTo>
                  <a:pt x="3463152" y="0"/>
                </a:lnTo>
                <a:lnTo>
                  <a:pt x="3552820" y="7008"/>
                </a:lnTo>
                <a:cubicBezTo>
                  <a:pt x="5178169" y="176660"/>
                  <a:pt x="6446520" y="1587478"/>
                  <a:pt x="6446520" y="3302772"/>
                </a:cubicBezTo>
                <a:lnTo>
                  <a:pt x="6446520" y="4425696"/>
                </a:lnTo>
                <a:lnTo>
                  <a:pt x="0" y="4425696"/>
                </a:lnTo>
                <a:lnTo>
                  <a:pt x="0" y="3302772"/>
                </a:lnTo>
                <a:cubicBezTo>
                  <a:pt x="0" y="1587478"/>
                  <a:pt x="1268352" y="176660"/>
                  <a:pt x="2893701" y="7008"/>
                </a:cubicBezTo>
                <a:close/>
              </a:path>
            </a:pathLst>
          </a:custGeom>
          <a:blipFill dpi="0" rotWithShape="1">
            <a:blip r:embed="rId2">
              <a:alphaModFix amt="73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Date Placeholder 2">
            <a:extLst>
              <a:ext uri="{FF2B5EF4-FFF2-40B4-BE49-F238E27FC236}">
                <a16:creationId xmlns:a16="http://schemas.microsoft.com/office/drawing/2014/main" id="{B1DEFE62-48FB-6384-52E6-28C55B7237A0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FA43F5B-065E-43CE-B3FD-98C48A6F94D7}" type="datetime1">
              <a:rPr lang="en-US" smtClean="0"/>
              <a:pPr/>
              <a:t>9/3/2026</a:t>
            </a:fld>
            <a:endParaRPr lang="en-US"/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70C3045B-A291-FDD5-BEE7-EB765F9DE6B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12296" y="6356350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66247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B7BBF55A-D91F-143D-FBB6-73995F00E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4937761"/>
            <a:ext cx="6987537" cy="1353312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spcBef>
                <a:spcPts val="1000"/>
              </a:spcBef>
              <a:defRPr sz="2800" cap="none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72A4B4E-0B2F-F1BB-322A-713D1FB5F2F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057400" y="549021"/>
            <a:ext cx="9455150" cy="4333875"/>
          </a:xfrm>
        </p:spPr>
        <p:txBody>
          <a:bodyPr anchor="b">
            <a:normAutofit/>
          </a:bodyPr>
          <a:lstStyle>
            <a:lvl1pPr>
              <a:defRPr sz="23200"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5AD3D17-73C9-402C-91E7-BA73E6829C50}" type="datetime1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546D47F-2AE5-2705-911C-52BBD6B7D8EA}"/>
              </a:ext>
            </a:extLst>
          </p:cNvPr>
          <p:cNvCxnSpPr>
            <a:cxnSpLocks/>
          </p:cNvCxnSpPr>
          <p:nvPr userDrawn="1"/>
        </p:nvCxnSpPr>
        <p:spPr>
          <a:xfrm flipV="1">
            <a:off x="137160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54524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Lar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9">
            <a:extLst>
              <a:ext uri="{FF2B5EF4-FFF2-40B4-BE49-F238E27FC236}">
                <a16:creationId xmlns:a16="http://schemas.microsoft.com/office/drawing/2014/main" id="{07161BC5-1283-62A1-6BD4-C13D49861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3244" y="4846320"/>
            <a:ext cx="7525512" cy="1545336"/>
          </a:xfrm>
        </p:spPr>
        <p:txBody>
          <a:bodyPr anchor="t">
            <a:normAutofit/>
          </a:bodyPr>
          <a:lstStyle>
            <a:lvl1pPr algn="ctr">
              <a:lnSpc>
                <a:spcPct val="110000"/>
              </a:lnSpc>
              <a:spcBef>
                <a:spcPts val="1000"/>
              </a:spcBef>
              <a:defRPr sz="2800" cap="none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Content Placeholder 8">
            <a:extLst>
              <a:ext uri="{FF2B5EF4-FFF2-40B4-BE49-F238E27FC236}">
                <a16:creationId xmlns:a16="http://schemas.microsoft.com/office/drawing/2014/main" id="{6217EA84-48D2-BF27-881E-1EED3BB2FA9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4484" y="549021"/>
            <a:ext cx="10543032" cy="4205859"/>
          </a:xfrm>
        </p:spPr>
        <p:txBody>
          <a:bodyPr anchor="b">
            <a:normAutofit/>
          </a:bodyPr>
          <a:lstStyle>
            <a:lvl1pPr algn="ctr">
              <a:defRPr sz="23200"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77A7CDD-9512-40CC-9351-FC0DE186CFBD}" type="datetime1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8583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Lar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9">
            <a:extLst>
              <a:ext uri="{FF2B5EF4-FFF2-40B4-BE49-F238E27FC236}">
                <a16:creationId xmlns:a16="http://schemas.microsoft.com/office/drawing/2014/main" id="{7792842B-25D6-4A1E-C1C2-AEE71B415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760" y="1371600"/>
            <a:ext cx="4114800" cy="4114800"/>
          </a:xfrm>
        </p:spPr>
        <p:txBody>
          <a:bodyPr anchor="ctr">
            <a:normAutofit/>
          </a:bodyPr>
          <a:lstStyle>
            <a:lvl1pPr>
              <a:lnSpc>
                <a:spcPct val="110000"/>
              </a:lnSpc>
              <a:spcBef>
                <a:spcPts val="1000"/>
              </a:spcBef>
              <a:defRPr sz="2800" cap="none" baseline="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Content Placeholder 8">
            <a:extLst>
              <a:ext uri="{FF2B5EF4-FFF2-40B4-BE49-F238E27FC236}">
                <a16:creationId xmlns:a16="http://schemas.microsoft.com/office/drawing/2014/main" id="{12DBA1DA-C8D5-2565-57BF-FEDE64BF700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14400" y="353237"/>
            <a:ext cx="5937337" cy="6368237"/>
          </a:xfrm>
        </p:spPr>
        <p:txBody>
          <a:bodyPr anchor="ctr">
            <a:normAutofit/>
          </a:bodyPr>
          <a:lstStyle>
            <a:lvl1pPr>
              <a:lnSpc>
                <a:spcPct val="90000"/>
              </a:lnSpc>
              <a:spcBef>
                <a:spcPts val="0"/>
              </a:spcBef>
              <a:defRPr sz="23200"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83EFCC7-B7E8-4ABE-BBCB-C75FD27800CD}" type="datetime1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76080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Lar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9">
            <a:extLst>
              <a:ext uri="{FF2B5EF4-FFF2-40B4-BE49-F238E27FC236}">
                <a16:creationId xmlns:a16="http://schemas.microsoft.com/office/drawing/2014/main" id="{E9039192-694E-62AB-FB7F-F6E803456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3244" y="5687755"/>
            <a:ext cx="7525512" cy="603317"/>
          </a:xfrm>
        </p:spPr>
        <p:txBody>
          <a:bodyPr anchor="t">
            <a:normAutofit/>
          </a:bodyPr>
          <a:lstStyle>
            <a:lvl1pPr algn="ctr">
              <a:lnSpc>
                <a:spcPct val="110000"/>
              </a:lnSpc>
              <a:spcBef>
                <a:spcPts val="1000"/>
              </a:spcBef>
              <a:defRPr sz="2000" cap="none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2" name="Content Placeholder 8">
            <a:extLst>
              <a:ext uri="{FF2B5EF4-FFF2-40B4-BE49-F238E27FC236}">
                <a16:creationId xmlns:a16="http://schemas.microsoft.com/office/drawing/2014/main" id="{669733E3-85D7-9D43-FABD-E3A6C144668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935038" y="2390272"/>
            <a:ext cx="8321926" cy="3449054"/>
          </a:xfrm>
        </p:spPr>
        <p:txBody>
          <a:bodyPr anchor="b">
            <a:normAutofit/>
          </a:bodyPr>
          <a:lstStyle>
            <a:lvl1pPr algn="ctr">
              <a:defRPr sz="23200"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140A1F3-DA5D-4F2E-B759-748FF8D0ACA9}" type="datetime1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reeform: Shape 15">
            <a:extLst>
              <a:ext uri="{FF2B5EF4-FFF2-40B4-BE49-F238E27FC236}">
                <a16:creationId xmlns:a16="http://schemas.microsoft.com/office/drawing/2014/main" id="{CD72DDC7-047B-67C7-5CC9-82D9E661F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3057205" y="-1430380"/>
            <a:ext cx="6077590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003778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-1228126"/>
            <a:ext cx="10652760" cy="1133856"/>
          </a:xfrm>
        </p:spPr>
        <p:txBody>
          <a:bodyPr/>
          <a:lstStyle>
            <a:lvl1pPr>
              <a:defRPr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AA4897F-B66E-DAD4-F56C-6152B417CC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24138" y="2268748"/>
            <a:ext cx="6943724" cy="3954255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1pPr>
            <a:lvl2pPr marL="2286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2pPr>
            <a:lvl3pPr marL="4572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3pPr>
            <a:lvl4pPr marL="6858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4pPr>
            <a:lvl5pPr marL="9144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140A1F3-DA5D-4F2E-B759-748FF8D0ACA9}" type="datetime1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reeform: Shape 15">
            <a:extLst>
              <a:ext uri="{FF2B5EF4-FFF2-40B4-BE49-F238E27FC236}">
                <a16:creationId xmlns:a16="http://schemas.microsoft.com/office/drawing/2014/main" id="{8EFA7EFC-C6F9-B1D5-025F-824C1CE9A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3057205" y="-1430380"/>
            <a:ext cx="6077590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303171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228126"/>
            <a:ext cx="10652760" cy="113385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14400" y="2194560"/>
            <a:ext cx="8266176" cy="4142232"/>
          </a:xfrm>
        </p:spPr>
        <p:txBody>
          <a:bodyPr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4400" b="0" cap="all" baseline="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4000" b="0" cap="all" baseline="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3600" b="0" cap="all" baseline="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3200" b="0" cap="all" baseline="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2800" b="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01B1322-4C31-4D1F-88B1-5F79F56892AE}" type="datetime1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812560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228126"/>
            <a:ext cx="10652760" cy="113385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057400" y="914399"/>
            <a:ext cx="8266176" cy="5308603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6000" b="0" cap="all" baseline="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4800" b="0" cap="all" baseline="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4400" b="0" cap="all" baseline="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4000" b="0" cap="all" baseline="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3600" b="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07735E4-737B-43D4-B991-92C3D63DE68F}" type="datetime1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B4D1622-620E-FFB0-8FFF-DB6230E152A6}"/>
              </a:ext>
            </a:extLst>
          </p:cNvPr>
          <p:cNvCxnSpPr>
            <a:cxnSpLocks/>
          </p:cNvCxnSpPr>
          <p:nvPr/>
        </p:nvCxnSpPr>
        <p:spPr>
          <a:xfrm flipV="1">
            <a:off x="137160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938634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228126"/>
            <a:ext cx="10652760" cy="113385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057400" y="914400"/>
            <a:ext cx="8266176" cy="5029200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6000" b="0" cap="all" baseline="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4800" b="0" cap="all" baseline="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4400" b="0" cap="all" baseline="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4000" b="0" cap="all" baseline="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3600" b="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07735E4-737B-43D4-B991-92C3D63DE68F}" type="datetime1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B4D1622-620E-FFB0-8FFF-DB6230E152A6}"/>
              </a:ext>
            </a:extLst>
          </p:cNvPr>
          <p:cNvCxnSpPr>
            <a:cxnSpLocks/>
          </p:cNvCxnSpPr>
          <p:nvPr/>
        </p:nvCxnSpPr>
        <p:spPr>
          <a:xfrm flipV="1">
            <a:off x="137160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282340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6D87B9B-22A3-322E-B7E8-223255AD09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40168" y="5669280"/>
            <a:ext cx="6311664" cy="466344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spcBef>
                <a:spcPts val="1000"/>
              </a:spcBef>
              <a:defRPr sz="1800" cap="all" baseline="0"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6A9BC83F-8FE5-5223-2B3A-6E122D33630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597135" y="1744578"/>
            <a:ext cx="6997730" cy="3507906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000" cap="all" baseline="0">
                <a:latin typeface="+mn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9" name="Freeform: Shape 15">
            <a:extLst>
              <a:ext uri="{FF2B5EF4-FFF2-40B4-BE49-F238E27FC236}">
                <a16:creationId xmlns:a16="http://schemas.microsoft.com/office/drawing/2014/main" id="{9F353A57-FA3C-A68C-4908-E774A52CB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2811380" y="-1681974"/>
            <a:ext cx="6569242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D63035D-22A0-4334-A9AE-2457016C8B47}" type="datetime1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69209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3008E7D-CE80-FED6-37C3-0C80349764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7386" y="5349240"/>
            <a:ext cx="9052559" cy="466344"/>
          </a:xfrm>
        </p:spPr>
        <p:txBody>
          <a:bodyPr anchor="ctr">
            <a:normAutofit/>
          </a:bodyPr>
          <a:lstStyle>
            <a:lvl1pPr>
              <a:defRPr sz="1800"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 rtl="1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Content Placeholder 12">
            <a:extLst>
              <a:ext uri="{FF2B5EF4-FFF2-40B4-BE49-F238E27FC236}">
                <a16:creationId xmlns:a16="http://schemas.microsoft.com/office/drawing/2014/main" id="{4858928B-5A9F-47D7-A728-92043F9C616D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057387" y="1344168"/>
            <a:ext cx="9052559" cy="3291840"/>
          </a:xfrm>
        </p:spPr>
        <p:txBody>
          <a:bodyPr anchor="ctr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5400" cap="all" baseline="0"/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 rtl="1">
              <a:defRPr>
                <a:solidFill>
                  <a:schemeClr val="tx1"/>
                </a:solidFill>
              </a:defRPr>
            </a:lvl1pPr>
          </a:lstStyle>
          <a:p>
            <a:fld id="{29247CA6-BC1D-429A-A289-4E939E49554A}" type="datetime1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1"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C7AD265-7A5D-626D-3F70-B7BA0D0172D9}"/>
              </a:ext>
            </a:extLst>
          </p:cNvPr>
          <p:cNvCxnSpPr>
            <a:cxnSpLocks/>
          </p:cNvCxnSpPr>
          <p:nvPr userDrawn="1"/>
        </p:nvCxnSpPr>
        <p:spPr>
          <a:xfrm flipV="1">
            <a:off x="137160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03610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89CADAEB-D17D-F975-9A7E-9ECADE7C15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8" y="5529263"/>
            <a:ext cx="8961121" cy="977900"/>
          </a:xfrm>
        </p:spPr>
        <p:txBody>
          <a:bodyPr anchor="ctr">
            <a:normAutofit/>
          </a:bodyPr>
          <a:lstStyle>
            <a:lvl1pPr>
              <a:defRPr sz="1800"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 rtl="1">
              <a:defRPr/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E77C66A4-AAA2-6143-2AAE-5C8823111D3A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914400" y="1005839"/>
            <a:ext cx="8961438" cy="3751899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6000" cap="all" baseline="0"/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 rtl="1">
              <a:defRPr/>
            </a:lvl1pPr>
          </a:lstStyle>
          <a:p>
            <a:fld id="{DF8418BD-2BA9-41CB-AB89-625779A7563D}" type="datetime1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1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5852FC1-DF85-9E04-E064-E263DDD72C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4" y="5143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98895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72FE6B-A4D8-8ED7-89D7-5E7F2C5B8F5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103438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86405AE-ED31-677D-86D8-01EAD583735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84947" y="2103121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E765B10-D26A-480A-9509-A9831C5E60D8}" type="datetime1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859092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85A6F3D-6630-C2E0-DC0A-6D2C0AACF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520" y="2103120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9C38DBB1-A1FA-A460-88C8-B05F1570CA9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743200"/>
            <a:ext cx="5157187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9360" y="2103120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2D763CC-A010-6A2B-FEF3-388EAC8417D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09361" y="2743200"/>
            <a:ext cx="5183188" cy="37639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CB42A-67CE-499B-A4FA-7D4E4469B142}" type="datetime1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919305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0796BC8-E1B7-E6D6-E86F-4A5CAECDF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F9E5040-F7E0-40EC-B8E9-CED28200FAA3}" type="datetime1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166187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7CFF128-BAC7-4E0D-8F77-28A571D93B6F}" type="datetime1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04200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53616"/>
            <a:ext cx="3595634" cy="1757505"/>
          </a:xfrm>
        </p:spPr>
        <p:txBody>
          <a:bodyPr anchor="t">
            <a:normAutofit/>
          </a:bodyPr>
          <a:lstStyle>
            <a:lvl1pPr>
              <a:defRPr sz="32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31520" y="2311121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6320" y="553615"/>
            <a:ext cx="6440258" cy="5755109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2DB3EA1-DD0C-4B8D-8364-52024B4530F1}" type="datetime1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A126498-5D70-71A2-A52F-877C850B34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575863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817458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375F4D28-38E0-121F-D54D-1FCE2D632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53616"/>
            <a:ext cx="3595634" cy="2250544"/>
          </a:xfrm>
        </p:spPr>
        <p:txBody>
          <a:bodyPr anchor="t">
            <a:normAutofit/>
          </a:bodyPr>
          <a:lstStyle>
            <a:lvl1pPr>
              <a:defRPr sz="32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23EFCC9B-CBB5-5DB3-0C1A-D7607EED4E32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731520" y="2931865"/>
            <a:ext cx="3595634" cy="3372519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71602F00-69F8-D44C-0F84-384694CA22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091497" y="598627"/>
            <a:ext cx="6304337" cy="5775923"/>
          </a:xfrm>
          <a:custGeom>
            <a:avLst/>
            <a:gdLst>
              <a:gd name="connsiteX0" fmla="*/ 2701640 w 5403280"/>
              <a:gd name="connsiteY0" fmla="*/ 0 h 5258929"/>
              <a:gd name="connsiteX1" fmla="*/ 5403280 w 5403280"/>
              <a:gd name="connsiteY1" fmla="*/ 2701640 h 5258929"/>
              <a:gd name="connsiteX2" fmla="*/ 5403280 w 5403280"/>
              <a:gd name="connsiteY2" fmla="*/ 5258929 h 5258929"/>
              <a:gd name="connsiteX3" fmla="*/ 0 w 5403280"/>
              <a:gd name="connsiteY3" fmla="*/ 5258929 h 5258929"/>
              <a:gd name="connsiteX4" fmla="*/ 0 w 5403280"/>
              <a:gd name="connsiteY4" fmla="*/ 2701640 h 5258929"/>
              <a:gd name="connsiteX5" fmla="*/ 2701640 w 5403280"/>
              <a:gd name="connsiteY5" fmla="*/ 0 h 5258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3280" h="5258929">
                <a:moveTo>
                  <a:pt x="2701640" y="0"/>
                </a:moveTo>
                <a:cubicBezTo>
                  <a:pt x="4193715" y="0"/>
                  <a:pt x="5403280" y="1209565"/>
                  <a:pt x="5403280" y="2701640"/>
                </a:cubicBezTo>
                <a:lnTo>
                  <a:pt x="5403280" y="5258929"/>
                </a:lnTo>
                <a:lnTo>
                  <a:pt x="0" y="5258929"/>
                </a:lnTo>
                <a:lnTo>
                  <a:pt x="0" y="2701640"/>
                </a:lnTo>
                <a:cubicBezTo>
                  <a:pt x="0" y="1209565"/>
                  <a:pt x="1209565" y="0"/>
                  <a:pt x="2701640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D157344-9CC7-412D-8C20-072BE86D5A11}" type="datetime1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88679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57200"/>
            <a:ext cx="7342307" cy="1133856"/>
          </a:xfrm>
          <a:noFill/>
        </p:spPr>
        <p:txBody>
          <a:bodyPr anchor="b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2624328"/>
            <a:ext cx="10424160" cy="3200400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57987AA-E4E6-4FC1-BAD8-09A952212C58}" type="datetime1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786697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6">
            <a:extLst>
              <a:ext uri="{FF2B5EF4-FFF2-40B4-BE49-F238E27FC236}">
                <a16:creationId xmlns:a16="http://schemas.microsoft.com/office/drawing/2014/main" id="{CE8CC034-C652-239B-0064-9B0543AC2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 lang="en-US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D051F68D-E2E5-C625-0273-281CE6D4939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520" y="2301836"/>
            <a:ext cx="10741150" cy="3921165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EE2A7A0-B9EE-41A8-8016-28E5803F20B2}" type="datetime1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4734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476A66-BE83-43F9-A28B-02DF7879A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4990"/>
            <a:ext cx="10515600" cy="11168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CB382-EE11-430D-941A-DB76EEB7F2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 flipH="1">
            <a:off x="-1131161" y="1592957"/>
            <a:ext cx="29735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76E94-F276-4F0F-8DD9-B1F8A3198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61469"/>
            <a:ext cx="10515600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D964E-3A2E-4DB9-B96A-EDE144A47B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25981" y="4687095"/>
            <a:ext cx="270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fld id="{7FA43F5B-065E-43CE-B3FD-98C48A6F94D7}" type="datetime1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562FE-ACD1-43F2-A3DE-5B11E10B7E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2296" y="6356350"/>
            <a:ext cx="5746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>
              <a:defRPr sz="1000">
                <a:solidFill>
                  <a:schemeClr val="tx1"/>
                </a:solidFill>
              </a:defRPr>
            </a:lvl1pPr>
          </a:lstStyle>
          <a:p>
            <a:fld id="{2DE90F28-AFBB-4AB2-AA79-6D3F72ED131B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EB34A3B-1FD5-48FF-9982-1E64C864C01D}"/>
              </a:ext>
            </a:extLst>
          </p:cNvPr>
          <p:cNvCxnSpPr>
            <a:cxnSpLocks/>
          </p:cNvCxnSpPr>
          <p:nvPr/>
        </p:nvCxnSpPr>
        <p:spPr>
          <a:xfrm flipH="1">
            <a:off x="4" y="1824111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23830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7" r:id="rId2"/>
    <p:sldLayoutId id="2147483762" r:id="rId3"/>
    <p:sldLayoutId id="2147483945" r:id="rId4"/>
    <p:sldLayoutId id="2147483936" r:id="rId5"/>
    <p:sldLayoutId id="2147483759" r:id="rId6"/>
    <p:sldLayoutId id="2147483760" r:id="rId7"/>
    <p:sldLayoutId id="2147483761" r:id="rId8"/>
    <p:sldLayoutId id="2147483765" r:id="rId9"/>
    <p:sldLayoutId id="2147483770" r:id="rId10"/>
    <p:sldLayoutId id="2147483953" r:id="rId11"/>
    <p:sldLayoutId id="2147483948" r:id="rId12"/>
    <p:sldLayoutId id="2147483954" r:id="rId13"/>
    <p:sldLayoutId id="2147483769" r:id="rId14"/>
    <p:sldLayoutId id="2147483944" r:id="rId15"/>
    <p:sldLayoutId id="2147483771" r:id="rId16"/>
    <p:sldLayoutId id="2147483772" r:id="rId17"/>
    <p:sldLayoutId id="2147483774" r:id="rId18"/>
    <p:sldLayoutId id="2147483949" r:id="rId19"/>
    <p:sldLayoutId id="2147483950" r:id="rId20"/>
    <p:sldLayoutId id="2147483775" r:id="rId21"/>
    <p:sldLayoutId id="2147483776" r:id="rId22"/>
    <p:sldLayoutId id="2147483777" r:id="rId23"/>
    <p:sldLayoutId id="2147483778" r:id="rId24"/>
    <p:sldLayoutId id="2147483779" r:id="rId25"/>
    <p:sldLayoutId id="2147483780" r:id="rId26"/>
    <p:sldLayoutId id="2147483782" r:id="rId27"/>
    <p:sldLayoutId id="2147483783" r:id="rId28"/>
    <p:sldLayoutId id="2147483784" r:id="rId29"/>
    <p:sldLayoutId id="2147483786" r:id="rId30"/>
    <p:sldLayoutId id="2147483787" r:id="rId31"/>
    <p:sldLayoutId id="2147483788" r:id="rId32"/>
    <p:sldLayoutId id="2147483789" r:id="rId33"/>
    <p:sldLayoutId id="2147483791" r:id="rId34"/>
    <p:sldLayoutId id="2147483947" r:id="rId35"/>
    <p:sldLayoutId id="2147483951" r:id="rId36"/>
    <p:sldLayoutId id="2147483952" r:id="rId37"/>
    <p:sldLayoutId id="2147483792" r:id="rId38"/>
    <p:sldLayoutId id="2147483793" r:id="rId39"/>
    <p:sldLayoutId id="2147483794" r:id="rId40"/>
    <p:sldLayoutId id="2147483941" r:id="rId41"/>
    <p:sldLayoutId id="2147483795" r:id="rId42"/>
    <p:sldLayoutId id="2147483796" r:id="rId43"/>
    <p:sldLayoutId id="2147483942" r:id="rId44"/>
    <p:sldLayoutId id="2147483943" r:id="rId45"/>
    <p:sldLayoutId id="2147483798" r:id="rId46"/>
    <p:sldLayoutId id="2147483799" r:id="rId47"/>
    <p:sldLayoutId id="2147483800" r:id="rId48"/>
    <p:sldLayoutId id="2147483801" r:id="rId49"/>
    <p:sldLayoutId id="2147483802" r:id="rId50"/>
    <p:sldLayoutId id="2147483803" r:id="rId51"/>
    <p:sldLayoutId id="2147483804" r:id="rId52"/>
    <p:sldLayoutId id="2147483805" r:id="rId53"/>
    <p:sldLayoutId id="2147483806" r:id="rId54"/>
    <p:sldLayoutId id="2147483807" r:id="rId55"/>
    <p:sldLayoutId id="2147483934" r:id="rId5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SzPct val="80000"/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600" i="1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400" i="1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28">
          <p15:clr>
            <a:srgbClr val="F26B43"/>
          </p15:clr>
        </p15:guide>
        <p15:guide id="2" pos="528">
          <p15:clr>
            <a:srgbClr val="F26B43"/>
          </p15:clr>
        </p15:guide>
        <p15:guide id="3" orient="horz" pos="3792">
          <p15:clr>
            <a:srgbClr val="F26B43"/>
          </p15:clr>
        </p15:guide>
        <p15:guide id="4" pos="715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A032D-43B7-B6E3-89A1-F4EA3E57CD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0" y="964074"/>
            <a:ext cx="4654296" cy="3739896"/>
          </a:xfrm>
        </p:spPr>
        <p:txBody>
          <a:bodyPr/>
          <a:lstStyle/>
          <a:p>
            <a:r>
              <a:rPr lang="en-US" dirty="0"/>
              <a:t>Happy </a:t>
            </a:r>
            <a:br>
              <a:rPr lang="en-US" dirty="0"/>
            </a:br>
            <a:r>
              <a:rPr lang="en-US" dirty="0"/>
              <a:t>teacher's </a:t>
            </a:r>
            <a:br>
              <a:rPr lang="en-US" dirty="0"/>
            </a:br>
            <a:r>
              <a:rPr lang="en-US" dirty="0"/>
              <a:t>day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7835F5-2356-897E-98A9-0AE55B2C462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r>
              <a:rPr lang="en-US" dirty="0"/>
              <a:t>Made by CAESARR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6D1527B-F0CF-4E7F-8675-F0E26AA143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927475-022F-15DD-BBD5-A1012915499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12296" y="6356350"/>
            <a:ext cx="574620" cy="365125"/>
          </a:xfrm>
        </p:spPr>
        <p:txBody>
          <a:bodyPr/>
          <a:lstStyle/>
          <a:p>
            <a:fld id="{2DE90F28-AFBB-4AB2-AA79-6D3F72ED131B}" type="slidenum">
              <a:rPr lang="en-US" smtClean="0"/>
              <a:pPr/>
              <a:t>1</a:t>
            </a:fld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389A93A-C1E8-6D6E-C2C2-A5AC0CCC78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452" y="891396"/>
            <a:ext cx="5664679" cy="5650302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058103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B9174-3E80-3C31-7AD1-3F52522F7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709" y="2206062"/>
            <a:ext cx="7721907" cy="1218522"/>
          </a:xfrm>
        </p:spPr>
        <p:txBody>
          <a:bodyPr>
            <a:normAutofit fontScale="90000"/>
          </a:bodyPr>
          <a:lstStyle/>
          <a:p>
            <a:r>
              <a:rPr lang="en-US" dirty="0"/>
              <a:t>I am really happy that I get to show you this 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F2169D-F8F7-237B-25FA-008DDD737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Made by CAESARR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4037586-8290-5449-F52E-498AD3D56C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72898" y="1776231"/>
            <a:ext cx="2970398" cy="4114800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9B1695-1E33-D65E-5AAA-2A2E00163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6A364-A39C-470E-B89A-9BD899585684}" type="datetime1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A569D-0626-D829-046D-350245939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D7DDEF-FD62-A0A2-6D27-D35A0A371E70}"/>
              </a:ext>
            </a:extLst>
          </p:cNvPr>
          <p:cNvSpPr txBox="1"/>
          <p:nvPr/>
        </p:nvSpPr>
        <p:spPr>
          <a:xfrm>
            <a:off x="534218" y="3823515"/>
            <a:ext cx="6758392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dirty="0"/>
              <a:t>I thought making a ppt would bore you so I made a website that I'll show you at the end</a:t>
            </a:r>
          </a:p>
        </p:txBody>
      </p:sp>
    </p:spTree>
    <p:extLst>
      <p:ext uri="{BB962C8B-B14F-4D97-AF65-F5344CB8AC3E}">
        <p14:creationId xmlns:p14="http://schemas.microsoft.com/office/powerpoint/2010/main" val="25512017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7E6FA-2062-E9C4-2AA6-C4990A36F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293874"/>
            <a:ext cx="10784284" cy="1649842"/>
          </a:xfrm>
        </p:spPr>
        <p:txBody>
          <a:bodyPr>
            <a:normAutofit/>
          </a:bodyPr>
          <a:lstStyle/>
          <a:p>
            <a:r>
              <a:rPr lang="en-US" dirty="0"/>
              <a:t>First let's get you through </a:t>
            </a:r>
            <a:br>
              <a:rPr lang="en-US" dirty="0"/>
            </a:br>
            <a:r>
              <a:rPr lang="en-US" dirty="0"/>
              <a:t>some Photos of yours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0370A5-3108-ED19-95E4-2060BE667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Made by CAESARR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E0AA88-2BFA-896E-39A4-EF830AB3E7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946226"/>
            <a:ext cx="10780776" cy="459432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dirty="0"/>
              <a:t>Dinisha teacher...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C48F6F-24BE-86C1-AFD5-BBEBEEBB9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6A364-A39C-470E-B89A-9BD899585684}" type="datetime1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64709B-1FB3-9377-31C5-2912EA594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DB20B4D-FB66-2D97-9497-C9A33C71FF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476" y="2807179"/>
            <a:ext cx="3559835" cy="343601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8CE794B-CFB4-144E-4380-358E1EFD39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145" y="3119888"/>
            <a:ext cx="4868713" cy="3122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9845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0F333B-51F6-47D2-A8FD-EC1073207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Made by CAESARR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D6F533-D3EC-1CD1-FA95-F70CC5A32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B8D112-E01E-3768-4ADD-38B7E20D4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6A364-A39C-470E-B89A-9BD899585684}" type="datetime1">
              <a:rPr lang="en-US" smtClean="0"/>
              <a:pPr/>
              <a:t>9/3/2026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B5BE6F4-9939-285B-BB73-ED286917E69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62"/>
          <a:stretch>
            <a:fillRect/>
          </a:stretch>
        </p:blipFill>
        <p:spPr>
          <a:xfrm>
            <a:off x="7335330" y="992036"/>
            <a:ext cx="3991134" cy="4931436"/>
          </a:xfrm>
          <a:prstGeom prst="rect">
            <a:avLst/>
          </a:prstGeom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351B804-663C-08D5-53E9-71224C1232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763538" y="997320"/>
            <a:ext cx="3700590" cy="4925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D034C95-2B89-512E-9F72-38875904CE6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454824" y="996082"/>
            <a:ext cx="3196086" cy="4923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0337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66C9C-EE32-E53A-736E-3554BA9EF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Margret teacher!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9664B0-BEFB-0DE3-E445-981B838FC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4F80F4B-B1A5-03E8-40A7-EF7DD749DE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2075" y="2451968"/>
            <a:ext cx="5011781" cy="3884763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16D2F6-3547-B63F-3E05-BF9243027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6A364-A39C-470E-B89A-9BD899585684}" type="datetime1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BDFD07-9804-C156-BA95-2A348FB37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E6A1D21-FF68-6A54-9F34-74CE3ADBCB6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47" r="465" b="28373"/>
          <a:stretch>
            <a:fillRect/>
          </a:stretch>
        </p:blipFill>
        <p:spPr>
          <a:xfrm>
            <a:off x="8466252" y="1408981"/>
            <a:ext cx="3011677" cy="491219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CB4E47A-FCAD-0863-AB10-1E2B7D98FFD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848" r="3352" b="16456"/>
          <a:stretch>
            <a:fillRect/>
          </a:stretch>
        </p:blipFill>
        <p:spPr>
          <a:xfrm>
            <a:off x="16604770" y="6350436"/>
            <a:ext cx="2485751" cy="430112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7A783A8-1590-A4A4-92AB-85CA6110B65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818" t="9434" r="-1818" b="33957"/>
          <a:stretch>
            <a:fillRect/>
          </a:stretch>
        </p:blipFill>
        <p:spPr>
          <a:xfrm>
            <a:off x="5319969" y="2436710"/>
            <a:ext cx="3165263" cy="3882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6059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608BF-F8E4-FA2A-7E4B-EC9F8CE9F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2694892"/>
            <a:ext cx="10741152" cy="1132258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err="1"/>
              <a:t>Im</a:t>
            </a:r>
            <a:r>
              <a:rPr lang="en-US" dirty="0"/>
              <a:t> sad I didn’t get enough photos of </a:t>
            </a:r>
            <a:r>
              <a:rPr lang="en-US" dirty="0" err="1"/>
              <a:t>margret</a:t>
            </a:r>
            <a:r>
              <a:rPr lang="en-US" dirty="0"/>
              <a:t> teacher </a:t>
            </a: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2AEAD8-AA8C-1741-71E3-9A4DAE4E3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Made by CAESARR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18A284-3142-A8F0-B2A9-62CCCBEFF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6A364-A39C-470E-B89A-9BD899585684}" type="datetime1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D04EE0-8C08-3696-6FBA-215875925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7CBDAE6-68EF-D473-6B9B-D826AB85E3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8738" y="4041475"/>
            <a:ext cx="2829464" cy="2800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3842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EFA47-BAB4-03C4-7739-9312A9D4B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</a:t>
            </a:r>
            <a:br>
              <a:rPr lang="en-US" dirty="0"/>
            </a:br>
            <a:r>
              <a:rPr lang="en-US" dirty="0"/>
              <a:t>AS I said...</a:t>
            </a:r>
            <a:br>
              <a:rPr lang="en-US" dirty="0"/>
            </a:br>
            <a:r>
              <a:rPr lang="en-US" dirty="0"/>
              <a:t>There is a </a:t>
            </a:r>
            <a:br>
              <a:rPr lang="en-US" dirty="0"/>
            </a:br>
            <a:r>
              <a:rPr lang="en-US" dirty="0"/>
              <a:t>WEBSITTEEEEE!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2E7066-7AFF-A06E-CDAA-84F0A5610DA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909929" y="4502587"/>
            <a:ext cx="4206701" cy="118872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This website was made with </a:t>
            </a:r>
          </a:p>
          <a:p>
            <a:r>
              <a:rPr lang="en-US" dirty="0" err="1"/>
              <a:t>Veryyyyy</a:t>
            </a:r>
            <a:r>
              <a:rPr lang="en-US" dirty="0"/>
              <a:t> </a:t>
            </a:r>
            <a:r>
              <a:rPr lang="en-US" dirty="0" err="1"/>
              <a:t>mehnat</a:t>
            </a:r>
            <a:r>
              <a:rPr lang="en-US" dirty="0"/>
              <a:t> by Caesar </a:t>
            </a:r>
          </a:p>
          <a:p>
            <a:r>
              <a:rPr lang="en-US" dirty="0"/>
              <a:t>(yeah the one you call </a:t>
            </a:r>
            <a:r>
              <a:rPr lang="en-US" dirty="0" err="1"/>
              <a:t>anwar</a:t>
            </a:r>
            <a:r>
              <a:rPr lang="en-US" dirty="0"/>
              <a:t>)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51CD55-839A-8555-2134-4AB0DF66B8B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55882A-9A6E-E276-E886-A9CC143F715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Made by CAESAR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0437A6-6240-7919-FF69-07D0AA884A9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17" name="Picture 16" descr="Click me">
            <a:extLst>
              <a:ext uri="{FF2B5EF4-FFF2-40B4-BE49-F238E27FC236}">
                <a16:creationId xmlns:a16="http://schemas.microsoft.com/office/drawing/2014/main" id="{75918861-667F-42E0-C514-FBD1E7C55F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966" y="1023333"/>
            <a:ext cx="4065916" cy="3977446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12F5874-7732-87CD-EF6A-E35089E9B5BE}"/>
              </a:ext>
            </a:extLst>
          </p:cNvPr>
          <p:cNvSpPr txBox="1"/>
          <p:nvPr/>
        </p:nvSpPr>
        <p:spPr>
          <a:xfrm>
            <a:off x="920151" y="5341189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https://teachers-daysurprise.app/</a:t>
            </a:r>
          </a:p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11B355-73CC-CB84-E694-7B61FBB81C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9376" y="4735093"/>
            <a:ext cx="1629136" cy="1614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008285"/>
      </p:ext>
    </p:extLst>
  </p:cSld>
  <p:clrMapOvr>
    <a:masterClrMapping/>
  </p:clrMapOvr>
</p:sld>
</file>

<file path=ppt/theme/theme1.xml><?xml version="1.0" encoding="utf-8"?>
<a:theme xmlns:a="http://schemas.openxmlformats.org/drawingml/2006/main" name="Archway">
  <a:themeElements>
    <a:clrScheme name="Archway">
      <a:dk1>
        <a:sysClr val="windowText" lastClr="000000"/>
      </a:dk1>
      <a:lt1>
        <a:sysClr val="window" lastClr="FFFFFF"/>
      </a:lt1>
      <a:dk2>
        <a:srgbClr val="424C4E"/>
      </a:dk2>
      <a:lt2>
        <a:srgbClr val="EDE9E7"/>
      </a:lt2>
      <a:accent1>
        <a:srgbClr val="9FA597"/>
      </a:accent1>
      <a:accent2>
        <a:srgbClr val="AEA67E"/>
      </a:accent2>
      <a:accent3>
        <a:srgbClr val="957D71"/>
      </a:accent3>
      <a:accent4>
        <a:srgbClr val="C88769"/>
      </a:accent4>
      <a:accent5>
        <a:srgbClr val="97A4AA"/>
      </a:accent5>
      <a:accent6>
        <a:srgbClr val="9FA4A5"/>
      </a:accent6>
      <a:hlink>
        <a:srgbClr val="8C9484"/>
      </a:hlink>
      <a:folHlink>
        <a:srgbClr val="C17957"/>
      </a:folHlink>
    </a:clrScheme>
    <a:fontScheme name="Archway">
      <a:majorFont>
        <a:latin typeface="Felix Titling"/>
        <a:ea typeface=""/>
        <a:cs typeface=""/>
      </a:majorFont>
      <a:minorFont>
        <a:latin typeface="Goudy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chway design_win32_LW_V6" id="{76702E1B-643C-41F6-B804-84CD1831FE1D}" vid="{80EAE0FA-13D9-49AC-87DC-C29A48A8690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6484576-6FED-48EC-8561-A69AF722D2D1}">
  <ds:schemaRefs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230e9df3-be65-4c73-a93b-d1236ebd677e"/>
    <ds:schemaRef ds:uri="16c05727-aa75-4e4a-9b5f-8a80a1165891"/>
    <ds:schemaRef ds:uri="http://purl.org/dc/terms/"/>
    <ds:schemaRef ds:uri="71af3243-3dd4-4a8d-8c0d-dd76da1f02a5"/>
    <ds:schemaRef ds:uri="http://schemas.microsoft.com/sharepoint/v3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A17086CA-2203-47FE-BEEA-0085B9A26035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9206D296-8D02-46EE-B1E6-63AA44612305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9</Words>
  <Application>Microsoft Office PowerPoint</Application>
  <PresentationFormat>Widescreen</PresentationFormat>
  <Paragraphs>5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Archway</vt:lpstr>
      <vt:lpstr>Happy  teacher's  day</vt:lpstr>
      <vt:lpstr>I am really happy that I get to show you this </vt:lpstr>
      <vt:lpstr>First let's get you through  some Photos of yours</vt:lpstr>
      <vt:lpstr>PowerPoint Presentation</vt:lpstr>
      <vt:lpstr>Margret teacher!</vt:lpstr>
      <vt:lpstr>Im sad I didn’t get enough photos of margret teacher </vt:lpstr>
      <vt:lpstr>BUT AS I said... There is a  WEBSITTEEEEE!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302</cp:revision>
  <dcterms:created xsi:type="dcterms:W3CDTF">2026-09-03T09:05:36Z</dcterms:created>
  <dcterms:modified xsi:type="dcterms:W3CDTF">2026-09-03T11:44:13Z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