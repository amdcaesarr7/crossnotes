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6"/>
  </p:notesMasterIdLst>
  <p:sldIdLst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4B3E0-DFE5-4C78-855B-B717D11CE9EE}" v="102" dt="2026-09-03T12:50:58.603"/>
  </p1510:revLst>
</p1510:revInfo>
</file>

<file path=ppt/tableStyles.xml><?xml version="1.0" encoding="utf-8"?>
<a:tblStyleLst xmlns:a="http://schemas.openxmlformats.org/drawingml/2006/main" def="{7E9639D4-E3E2-4D34-9284-5A2195B3D0D7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521" autoAdjust="0"/>
  </p:normalViewPr>
  <p:slideViewPr>
    <p:cSldViewPr snapToGrid="0" showGuides="1">
      <p:cViewPr>
        <p:scale>
          <a:sx n="100" d="100"/>
          <a:sy n="100" d="100"/>
        </p:scale>
        <p:origin x="-110" y="-40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A5EA-0E1E-4764-B5B7-A47DCC3A898E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6B470-179D-4B95-8906-D61C195EFD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7578674-8064-3B2C-DA7F-7E3D0B7E9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95763"/>
            <a:ext cx="9598152" cy="41445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ABABE3-CA0A-1CAB-38CF-F3A5729B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240329"/>
            <a:ext cx="7769354" cy="101239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FFF1FC-CDE9-3B47-D073-3394D4D0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76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BFF047-7A6B-BC21-B7D8-F250A7B5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689380"/>
            <a:ext cx="7876287" cy="3614139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1F9B6D5-1061-6B04-A4A3-7F71A879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06113"/>
            <a:ext cx="7375466" cy="101239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99C91B-9803-3812-63A6-5705DB9F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DA3032-68CE-D997-667C-4C5C01E4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835D02-A0E8-5346-DE23-09C497D7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9E3101-0B78-A7AE-A693-73443263E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4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C3FE82-1C77-7EDF-A1CD-DB107F25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10058400" cy="4021243"/>
          </a:xfrm>
        </p:spPr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08D0FD-E68E-587F-ED5A-5140B6EE7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65DB91C7-3013-1F4E-D55F-37E24A2C6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15728" cy="56692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61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F708609-7047-A87D-944D-1FAA546F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B55518-9256-4E26-0E87-88DBBA9A4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481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4158DF-756B-260C-69DA-D76C163B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97EF66-DC3D-B2CA-7F76-8D8A7ED2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8"/>
            <a:ext cx="8229600" cy="2621154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F2A94AC-5C1C-CE45-09E9-C80B1B71F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954" y="4431379"/>
            <a:ext cx="7611246" cy="1465254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E6B14D-48CB-3652-5FBF-557B0DB0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18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7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8905" y="284481"/>
            <a:ext cx="424400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8905" y="4827642"/>
            <a:ext cx="3916294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670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8906" y="6438900"/>
            <a:ext cx="2351783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0C9AB94-8F6E-3F2E-B012-AADB80E5486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6CE1C-3B05-36AC-25B7-6050ED0C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9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055" y="1111101"/>
            <a:ext cx="4179762" cy="39359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688" y="5190622"/>
            <a:ext cx="4179762" cy="109587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6DF655-18E5-0F01-A30A-A66220E09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84BF6-8944-BCD9-907F-19E062A9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689" y="6430037"/>
            <a:ext cx="260461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0A1EB0B-7080-C0FF-A599-2F24CE797B3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86513" y="6430037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9E47F5A-D737-9005-3896-E6383830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59381" y="6430037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00050" y="0"/>
            <a:ext cx="6691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2206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9" y="405240"/>
            <a:ext cx="5916508" cy="1819662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481119"/>
            <a:ext cx="5916507" cy="3394364"/>
          </a:xfrm>
        </p:spPr>
        <p:txBody>
          <a:bodyPr anchor="b"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571500" indent="-3429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50F4DE-D5C9-EDEE-A6C1-8053893B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02C9ED-7E7F-43D6-3567-8A7D0DC8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438900"/>
            <a:ext cx="3972690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4369780-1787-623B-A3F0-C72DED32992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34B61-93E0-16E5-3DE1-0085D9CB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1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A8E2B0F-68B7-6425-620F-3E3285F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4659277" cy="16698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B16B-437E-D6AB-E317-2BE63ABCB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44588" y="1090244"/>
            <a:ext cx="4680612" cy="1670050"/>
          </a:xfrm>
        </p:spPr>
        <p:txBody>
          <a:bodyPr/>
          <a:lstStyle>
            <a:lvl1pPr>
              <a:lnSpc>
                <a:spcPct val="100000"/>
              </a:lnSpc>
              <a:buFontTx/>
              <a:buNone/>
              <a:defRPr baseline="0"/>
            </a:lvl1pPr>
            <a:lvl2pPr marL="228600" indent="0">
              <a:lnSpc>
                <a:spcPct val="100000"/>
              </a:lnSpc>
              <a:buFontTx/>
              <a:buNone/>
              <a:defRPr baseline="0"/>
            </a:lvl2pPr>
            <a:lvl3pPr marL="457200" indent="0">
              <a:lnSpc>
                <a:spcPct val="100000"/>
              </a:lnSpc>
              <a:buFontTx/>
              <a:buNone/>
              <a:defRPr baseline="0"/>
            </a:lvl3pPr>
            <a:lvl4pPr marL="685800" indent="0">
              <a:lnSpc>
                <a:spcPct val="100000"/>
              </a:lnSpc>
              <a:buFontTx/>
              <a:buNone/>
              <a:defRPr baseline="0"/>
            </a:lvl4pPr>
            <a:lvl5pPr marL="914400" indent="0">
              <a:lnSpc>
                <a:spcPct val="100000"/>
              </a:lnSpc>
              <a:buFontTx/>
              <a:buNone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FBA52A-0B44-31D0-A581-D65241A30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41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4938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63141" y="1115290"/>
            <a:ext cx="5862059" cy="34612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C9ED00-129A-337D-199B-933973FFF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16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471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733" y="1119386"/>
            <a:ext cx="3496147" cy="49406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3418" y="1119386"/>
            <a:ext cx="6242849" cy="494066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AD61-D199-4B74-B80B-2001400510F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7C024E-BDA9-596A-880A-BD5A17F5C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07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2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9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80" y="1111101"/>
            <a:ext cx="6339541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90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4E29EC-6D85-E8CA-F571-29C297798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F623F8-148C-BF68-DC1B-B1261EF2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781" y="6438900"/>
            <a:ext cx="4775030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9383-0924-E735-8737-2CFD7A1D40E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6301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9924-70A9-325D-5C94-812F3048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88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5414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9834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3332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751" y="1115736"/>
            <a:ext cx="4738450" cy="128398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01DFFF1-3C5B-AB29-A606-DE56528722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2816D63-0E0C-C808-4BF8-6A562C1845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86751" y="2552124"/>
            <a:ext cx="4738450" cy="3734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FCA30A-9E9D-9618-76A9-8B4CFF8E3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36C1912-E3D3-9A9F-E1CD-E0E6FFC2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752" y="6438900"/>
            <a:ext cx="317393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D67CAFB-8059-63E5-52A8-1184092A0F3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D5E22B-CB25-9948-A8AA-BACF7E42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2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02217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355" y="1111101"/>
            <a:ext cx="3813845" cy="14938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6B569F2-50A1-6E37-5081-6843927083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B790101-D67D-E697-E691-37D8E802AC8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11355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F1FBBF-D97E-831B-C809-27FFA216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6D6AD1-4AB5-D3E4-10D2-9E53DB2C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1355" y="6438900"/>
            <a:ext cx="224933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760FBEC-EA46-6A15-284D-4BBD1E04A1B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19DC249-6449-71C0-F0A2-E5A28E55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2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0458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0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746" y="1112431"/>
            <a:ext cx="3230992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741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6608-3419-7FD3-1CD3-EB1EF5977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F5E252-7CD5-70EF-A3E5-C079B418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746" y="6438900"/>
            <a:ext cx="16560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204A7B0-14BD-7B7E-62AF-3685F9B4BFE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8379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3A8D2A5-F36B-C5DD-6ABC-6D69A63E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08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0223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4920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132" y="4454843"/>
            <a:ext cx="2734129" cy="19888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911"/>
            <a:ext cx="12192000" cy="413645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6199" y="4454843"/>
            <a:ext cx="7579766" cy="198882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F35F03-6B82-7805-3568-C459D0906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56943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6ECED-4F66-9F69-9550-8AEE33E6913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D64763-04B8-333B-5679-3D29011ED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F9DBBC-106A-8C73-CFE2-A01128FF9A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324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883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305" y="1111141"/>
            <a:ext cx="3021873" cy="19267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4288" y="1033272"/>
            <a:ext cx="7188111" cy="2395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ACFAF5-0970-68B5-D05E-9879C8497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8A30E2-3F57-8F47-602F-5C2276719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88136" y="3498930"/>
            <a:ext cx="8562760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29AEB-6392-7627-D3BB-B1FE7ADEE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349893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316922-C670-FE33-CD5C-8173F74925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23764" y="3498930"/>
            <a:ext cx="601436" cy="419100"/>
          </a:xfrm>
        </p:spPr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914863"/>
            <a:ext cx="12192000" cy="2943138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57450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8DD8E17-974D-2F0F-D2EF-4321ADF6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30C58BE-F380-22BA-CA7C-FB2B96D785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998679-00B4-E130-BD79-0313E0E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1E0CB0C-BB20-9ACF-5731-283BD5D2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1" y="6438900"/>
            <a:ext cx="331200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17475061-2831-1993-95F3-3031A57F14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493151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14588C-2112-9C19-7A4F-97067563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6019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6096000" cy="4571992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42211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C7A501-810E-43B8-6142-56CF2DD3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FBA175C-D562-25E3-032D-4775402236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6CA4FE8-A575-44AF-2D37-5A551B695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5472260" cy="403396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FC458-AD46-D16B-DA22-2B3ED9D3A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7B643-7883-8028-6ECF-5692E31713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81F55-F029-7591-FDF9-168F3C85A6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8C49-7B47-A791-77EE-3E97DBBC9A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24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3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735FAB-6C69-9305-A8CD-D9A2ADB4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4194291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0C28B273-3A6A-8E26-2D29-29957F83B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1100" y="2840181"/>
            <a:ext cx="4104132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63ECDE9-389D-5CB3-FE9B-8EFC501599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571977" y="1120989"/>
            <a:ext cx="6143988" cy="516551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FB4D-92F2-4C28-8BFC-2AE0229C3E9A}" type="datetime1">
              <a:rPr lang="en-US" smtClean="0"/>
              <a:t>9/3/2026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6A3193-AC76-4E78-CD10-F173CED7D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89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>
            <a:extLst>
              <a:ext uri="{FF2B5EF4-FFF2-40B4-BE49-F238E27FC236}">
                <a16:creationId xmlns:a16="http://schemas.microsoft.com/office/drawing/2014/main" id="{B6AA5ABE-1DAA-140F-061D-F98431F5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algn="ct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37BF13F-F73B-BAD2-4508-876DA49EFA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2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BF491B-1AFE-7CD8-0B38-954C4D0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297680"/>
            <a:ext cx="7525512" cy="1545336"/>
          </a:xfrm>
        </p:spPr>
        <p:txBody>
          <a:bodyPr anchor="b">
            <a:normAutofit/>
          </a:bodyPr>
          <a:lstStyle>
            <a:lvl1pPr>
              <a:defRPr sz="20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52FCE1AA-B772-B201-9710-EF4E78417E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2790" y="417576"/>
            <a:ext cx="10713173" cy="3706364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2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12899A-E63A-CD12-F97C-A2FA6094E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E120EF-96AD-49A8-BA09-D58A87141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991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BC837C73-FD1C-6BC3-42AE-E47123E094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962895"/>
            <a:ext cx="9418320" cy="50700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EEC7-2B19-40F0-9B64-A564E832ADE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C237F4-1671-5EFD-3EAE-BEA28978B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2139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792072-4C91-C8F5-8610-85D14AF77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C136A94-B9AF-C114-ADA5-F7C4F9C6BB4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BA1285-A10F-FAE9-76E3-2B86ABE5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9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23297E-8165-FAA9-BD47-048A40470A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EB06CB5A-8941-99F2-1165-02A2756457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8418BD-2BA9-41CB-AB89-625779A7563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32116-9F85-9512-0994-6B728E0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4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4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8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A6BBA35-FE70-186E-0D41-43FF7DB1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4007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776A3-4932-D86F-96CB-5A080182B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3151191"/>
            <a:ext cx="3595634" cy="3124195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432AC3-A40E-E003-2947-B99A796F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706" y="1114007"/>
            <a:ext cx="6440258" cy="516138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dirty="0"/>
            </a:lvl1pPr>
            <a:lvl2pPr>
              <a:lnSpc>
                <a:spcPct val="100000"/>
              </a:lnSpc>
              <a:defRPr lang="en-US" dirty="0"/>
            </a:lvl2pPr>
            <a:lvl3pPr>
              <a:lnSpc>
                <a:spcPct val="100000"/>
              </a:lnSpc>
              <a:defRPr lang="en-US" dirty="0"/>
            </a:lvl3pPr>
            <a:lvl4pPr>
              <a:lnSpc>
                <a:spcPct val="100000"/>
              </a:lnSpc>
              <a:defRPr lang="en-US" dirty="0"/>
            </a:lvl4pPr>
            <a:lvl5pPr>
              <a:lnSpc>
                <a:spcPct val="100000"/>
              </a:lnSpc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DA9D5E-44AB-AC59-BF1B-0A23217D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6157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608BFB-2ED8-159F-6A27-89452808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1098"/>
            <a:ext cx="3595634" cy="158566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CDE9255-016B-D7F7-ECF1-C39D5F73C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812473"/>
            <a:ext cx="3585586" cy="33289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917ECD0-1364-5EE8-D8DC-C5D439E045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576327" y="1143000"/>
            <a:ext cx="6139637" cy="499839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438900"/>
            <a:ext cx="609600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7B791B-0FFC-B470-22DF-BCA62BD9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439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CD39DEB-067C-9D79-3029-F27DEA1D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9"/>
            <a:ext cx="12015216" cy="3364989"/>
          </a:xfrm>
        </p:spPr>
        <p:txBody>
          <a:bodyPr anchor="t" anchorCtr="0">
            <a:noAutofit/>
          </a:bodyPr>
          <a:lstStyle>
            <a:lvl1pPr>
              <a:defRPr sz="8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47304" y="3673928"/>
            <a:ext cx="6477896" cy="218077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ED45B0-E181-14EB-63CB-0A7627381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521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26" r:id="rId3"/>
    <p:sldLayoutId id="2147483737" r:id="rId4"/>
    <p:sldLayoutId id="2147483728" r:id="rId5"/>
    <p:sldLayoutId id="2147483729" r:id="rId6"/>
    <p:sldLayoutId id="2147483738" r:id="rId7"/>
    <p:sldLayoutId id="2147483789" r:id="rId8"/>
    <p:sldLayoutId id="2147483818" r:id="rId9"/>
    <p:sldLayoutId id="2147483819" r:id="rId10"/>
    <p:sldLayoutId id="2147483820" r:id="rId11"/>
    <p:sldLayoutId id="2147483731" r:id="rId12"/>
    <p:sldLayoutId id="2147483743" r:id="rId13"/>
    <p:sldLayoutId id="2147483788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816" r:id="rId21"/>
    <p:sldLayoutId id="2147483817" r:id="rId22"/>
    <p:sldLayoutId id="2147483814" r:id="rId23"/>
    <p:sldLayoutId id="2147483815" r:id="rId24"/>
    <p:sldLayoutId id="2147483812" r:id="rId25"/>
    <p:sldLayoutId id="2147483813" r:id="rId26"/>
    <p:sldLayoutId id="2147483811" r:id="rId27"/>
    <p:sldLayoutId id="2147483810" r:id="rId28"/>
    <p:sldLayoutId id="2147483809" r:id="rId29"/>
    <p:sldLayoutId id="2147483808" r:id="rId30"/>
    <p:sldLayoutId id="2147483807" r:id="rId31"/>
    <p:sldLayoutId id="2147483806" r:id="rId32"/>
    <p:sldLayoutId id="2147483805" r:id="rId33"/>
    <p:sldLayoutId id="2147483803" r:id="rId34"/>
    <p:sldLayoutId id="2147483804" r:id="rId35"/>
    <p:sldLayoutId id="2147483802" r:id="rId36"/>
    <p:sldLayoutId id="2147483801" r:id="rId37"/>
    <p:sldLayoutId id="2147483768" r:id="rId38"/>
    <p:sldLayoutId id="2147483769" r:id="rId39"/>
    <p:sldLayoutId id="2147483770" r:id="rId40"/>
    <p:sldLayoutId id="2147483771" r:id="rId41"/>
    <p:sldLayoutId id="2147483774" r:id="rId42"/>
    <p:sldLayoutId id="2147483800" r:id="rId43"/>
    <p:sldLayoutId id="2147483821" r:id="rId44"/>
    <p:sldLayoutId id="2147483775" r:id="rId45"/>
    <p:sldLayoutId id="2147483776" r:id="rId46"/>
    <p:sldLayoutId id="2147483778" r:id="rId47"/>
    <p:sldLayoutId id="2147483798" r:id="rId48"/>
    <p:sldLayoutId id="2147483799" r:id="rId49"/>
    <p:sldLayoutId id="2147483734" r:id="rId50"/>
    <p:sldLayoutId id="2147483782" r:id="rId51"/>
    <p:sldLayoutId id="2147483783" r:id="rId52"/>
    <p:sldLayoutId id="2147483784" r:id="rId53"/>
    <p:sldLayoutId id="2147483785" r:id="rId54"/>
    <p:sldLayoutId id="2147483786" r:id="rId55"/>
    <p:sldLayoutId id="2147483822" r:id="rId5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userDrawn="1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 userDrawn="1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 userDrawn="1">
          <p15:clr>
            <a:srgbClr val="F26B43"/>
          </p15:clr>
        </p15:guide>
        <p15:guide id="24" orient="horz" pos="2160" userDrawn="1">
          <p15:clr>
            <a:srgbClr val="F26B43"/>
          </p15:clr>
        </p15:guide>
        <p15:guide id="25" pos="7680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6168" userDrawn="1">
          <p15:clr>
            <a:srgbClr val="F26B43"/>
          </p15:clr>
        </p15:guide>
        <p15:guide id="28" pos="672" userDrawn="1">
          <p15:clr>
            <a:srgbClr val="F26B43"/>
          </p15:clr>
        </p15:guide>
        <p15:guide id="29" pos="7008" userDrawn="1">
          <p15:clr>
            <a:srgbClr val="F26B43"/>
          </p15:clr>
        </p15:guide>
        <p15:guide id="30" orient="horz" pos="4056" userDrawn="1">
          <p15:clr>
            <a:srgbClr val="F26B43"/>
          </p15:clr>
        </p15:guide>
        <p15:guide id="31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openxmlformats.org/officeDocument/2006/relationships/image" Target="../media/image7.gif"/><Relationship Id="rId7" Type="http://schemas.openxmlformats.org/officeDocument/2006/relationships/image" Target="../media/image11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4" Type="http://schemas.openxmlformats.org/officeDocument/2006/relationships/image" Target="../media/image8.gif"/><Relationship Id="rId9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9981-DA40-D21F-B904-E50D9505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DF8F24-8DAB-C104-062E-BAC36F9F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3" y="2482850"/>
            <a:ext cx="4572000" cy="316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71523-190F-8DC6-E562-0B00DA7D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7" y="106340"/>
            <a:ext cx="12015216" cy="5120639"/>
          </a:xfrm>
        </p:spPr>
        <p:txBody>
          <a:bodyPr/>
          <a:lstStyle/>
          <a:p>
            <a:r>
              <a:rPr lang="en-US" dirty="0"/>
              <a:t>Happy</a:t>
            </a:r>
            <a:br>
              <a:rPr lang="en-US" dirty="0"/>
            </a:br>
            <a:r>
              <a:rPr lang="en-US" dirty="0"/>
              <a:t>teacher's</a:t>
            </a:r>
            <a:br>
              <a:rPr lang="en-US" dirty="0"/>
            </a:br>
            <a:r>
              <a:rPr lang="en-US" dirty="0"/>
              <a:t>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44E73-E0C5-5975-D927-9F11100E5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/>
          <a:lstStyle/>
          <a:p>
            <a:r>
              <a:rPr lang="en-US" dirty="0"/>
              <a:t>A Token of love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09EAB-4DA9-C8A9-CE01-2BA26C1CC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055" y="1559278"/>
            <a:ext cx="2300111" cy="2342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6933E4-D241-F3AF-B75B-61DC0CF4E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2666" y="4069821"/>
            <a:ext cx="4572000" cy="2867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2273AA-297F-70FF-24E2-7F2031EEE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634" y="104422"/>
            <a:ext cx="2960511" cy="1442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3EF3F6-2985-0B3F-44F0-FD5A1C799D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178" y="5020909"/>
            <a:ext cx="2108199" cy="2051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3573D3-DC03-1AA3-1BF9-1B7D8961B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8556" y="1484489"/>
            <a:ext cx="4572000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F65884-79CE-FFE1-C945-EE56DF5E5B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778" y="2924175"/>
            <a:ext cx="2427112" cy="1799873"/>
          </a:xfrm>
          <a:prstGeom prst="rect">
            <a:avLst/>
          </a:prstGeom>
        </p:spPr>
      </p:pic>
      <p:pic>
        <p:nvPicPr>
          <p:cNvPr id="11" name="Picture 10" descr="A small kitten standing on its hind legs&#10;&#10;AI-generated content may be incorrect.">
            <a:extLst>
              <a:ext uri="{FF2B5EF4-FFF2-40B4-BE49-F238E27FC236}">
                <a16:creationId xmlns:a16="http://schemas.microsoft.com/office/drawing/2014/main" id="{04A91D42-55A6-01EF-B0CD-4B1E37277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610" y="4607278"/>
            <a:ext cx="2300111" cy="2342444"/>
          </a:xfrm>
          <a:prstGeom prst="rect">
            <a:avLst/>
          </a:prstGeom>
        </p:spPr>
      </p:pic>
      <p:pic>
        <p:nvPicPr>
          <p:cNvPr id="12" name="Picture 11" descr="A cat with a black background&#10;&#10;AI-generated content may be incorrect.">
            <a:extLst>
              <a:ext uri="{FF2B5EF4-FFF2-40B4-BE49-F238E27FC236}">
                <a16:creationId xmlns:a16="http://schemas.microsoft.com/office/drawing/2014/main" id="{A57D4C2A-8A53-7B2A-535D-B62315C092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000" y="3175"/>
            <a:ext cx="2427112" cy="1799873"/>
          </a:xfrm>
          <a:prstGeom prst="rect">
            <a:avLst/>
          </a:prstGeom>
        </p:spPr>
      </p:pic>
      <p:pic>
        <p:nvPicPr>
          <p:cNvPr id="13" name="Picture 12" descr="A close up of a dog&#10;&#10;AI-generated content may be incorrect.">
            <a:extLst>
              <a:ext uri="{FF2B5EF4-FFF2-40B4-BE49-F238E27FC236}">
                <a16:creationId xmlns:a16="http://schemas.microsoft.com/office/drawing/2014/main" id="{0A9DE087-6F12-B027-BAEE-1649C991B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9412" y="5043311"/>
            <a:ext cx="2960511" cy="14421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F15629-14EF-DF7D-A9B2-5B0A12B5B2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8890" y="3217334"/>
            <a:ext cx="2427111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0964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 design_Copilot Layouts_win32_SD_V7" id="{D68CBEBD-98F0-4FAF-8687-8614116B2926}" vid="{DBF1F633-2586-48B7-A7E5-6478FA1D81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16ACBC-C288-4FE2-A121-1047B4270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47B0A-A3D1-43B0-B0BE-D6581D3609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9D4D66-A82C-4C14-A5CE-108788051B7D}">
  <ds:schemaRefs>
    <ds:schemaRef ds:uri="71af3243-3dd4-4a8d-8c0d-dd76da1f02a5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purl.org/dc/dcmitype/"/>
    <ds:schemaRef ds:uri="230e9df3-be65-4c73-a93b-d1236ebd677e"/>
    <ds:schemaRef ds:uri="16c05727-aa75-4e4a-9b5f-8a80a1165891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Bjorn</vt:lpstr>
      <vt:lpstr>Happy teacher's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</cp:revision>
  <dcterms:created xsi:type="dcterms:W3CDTF">2026-09-03T12:42:35Z</dcterms:created>
  <dcterms:modified xsi:type="dcterms:W3CDTF">2026-09-03T12:54:17Z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